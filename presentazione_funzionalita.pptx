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 snapToObjects="1">
      <p:cViewPr varScale="1">
        <p:scale>
          <a:sx n="120" d="100"/>
          <a:sy n="120" d="100"/>
        </p:scale>
        <p:origin x="44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22B52"/>
                </a:solidFill>
              </a:rPr>
              <a:t>Gestionale Ricerca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666666"/>
                </a:solidFill>
              </a:rPr>
              <a:t>Piattaforma per la gestione dei progetti di ricerca — Università Pegaso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1F6FEB"/>
                </a:solidFill>
              </a:rPr>
              <a:t>Progetti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Anagrafica, budget, Gantt, documenti, partner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Allocazioni personale: PI e Responsabile Amministrativo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Stati: bozza → attivo → chiuso → rendicontato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F6FEB"/>
                </a:solidFill>
              </a:rPr>
              <a:t>Budget &amp; Impegni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Pianificato, impegnato, rendicontato, speso, disponibile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Impegni di spesa con verifica capienza budget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Erogazioni e disponibilità fondi (cassa reale)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F6FEB"/>
                </a:solidFill>
              </a:rPr>
              <a:t>Proposte progettuali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Presentazione progetti su bandi/call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Gestione partner di progetto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Conversione automatica proposta → progetto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9202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1F6FEB"/>
                </a:solidFill>
              </a:rPr>
              <a:t>Autorizzazioni di Spesa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Workflow multi-livello (Ammin → Resp. Scientifico → Direttore → DG)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Generazione PDF ufficiale (Allegato E0) con firme approvazione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F6FEB"/>
                </a:solidFill>
              </a:rPr>
              <a:t>Rendicontazione &amp; Timesheet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SAL (Stato Avanzamento Lavori) con workflow invio/approvazione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Timesheet personale collegati a SAL e progetti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F6FEB"/>
                </a:solidFill>
              </a:rPr>
              <a:t>Anagrafica &amp; Accessi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Gestione personale, dipartimenti, ruoli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Autenticazione JWT, permessi per ruolo (RBAC)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Dashboard e Portfolio progetti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22B52"/>
                </a:solidFill>
              </a:rPr>
              <a:t>Missioni e Rimborsi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666666"/>
                </a:solidFill>
              </a:rPr>
              <a:t>Gestione missioni e rimborsi spese del personale — integrata col Gestionale Ricerca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1F6FEB"/>
                </a:solidFill>
              </a:rPr>
              <a:t>Richieste di Missione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Compilazione richiesta missione su progetto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Workflow di approvazione: PI → Dipartimento → Direzione Generale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Verifica automatica disponibilità fondi sul progetto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Creazione automatica impegno di spesa in Gestionale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F6FEB"/>
                </a:solidFill>
              </a:rPr>
              <a:t>Rimborsi Spese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Richiesta rimborso al termine della missione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Workflow: Resp. Amministrativo → PI → Dipartimento → DG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Conversione automatica impegno → spesa a consuntivo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9202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1F6FEB"/>
                </a:solidFill>
              </a:rPr>
              <a:t>Documenti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Generazione automatica PDF di missione e rimborso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Firma olografa digitale del personale nei documenti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Download diretto dei PDF approvati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F6FEB"/>
                </a:solidFill>
              </a:rPr>
              <a:t>Integrazione con Gestionale Ricerca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Sincronizzazione progetti, utenti e responsabili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Disponibilità budget condivisa in tempo reale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</a:rPr>
              <a:t>•  Anagrafica utenti unificata (username, ruoli)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297</Words>
  <Application>Microsoft Macintosh PowerPoint</Application>
  <PresentationFormat>Widescreen</PresentationFormat>
  <Paragraphs>43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GIUSEPPE DE PIETRO</cp:lastModifiedBy>
  <cp:revision>1</cp:revision>
  <dcterms:created xsi:type="dcterms:W3CDTF">2013-01-27T09:14:16Z</dcterms:created>
  <dcterms:modified xsi:type="dcterms:W3CDTF">2026-06-15T14:36:10Z</dcterms:modified>
  <cp:category/>
</cp:coreProperties>
</file>