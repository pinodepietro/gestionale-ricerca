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3"/>
  </p:normalViewPr>
  <p:slideViewPr>
    <p:cSldViewPr snapToGrid="0" snapToObjects="1">
      <p:cViewPr varScale="1">
        <p:scale>
          <a:sx n="118" d="100"/>
          <a:sy n="118" d="100"/>
        </p:scale>
        <p:origin x="4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A8BAFC-F768-40F3-96E8-BFF99C48AC88}" type="doc">
      <dgm:prSet loTypeId="urn:microsoft.com/office/officeart/2008/layout/LinedList" loCatId="list" qsTypeId="urn:microsoft.com/office/officeart/2005/8/quickstyle/simple2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3B45345F-E512-461B-B751-DF6BE153C7C5}">
      <dgm:prSet custT="1"/>
      <dgm:spPr/>
      <dgm:t>
        <a:bodyPr/>
        <a:lstStyle/>
        <a:p>
          <a:r>
            <a:rPr lang="en-US" sz="2400" b="1" dirty="0"/>
            <a:t>CORE</a:t>
          </a:r>
        </a:p>
      </dgm:t>
    </dgm:pt>
    <dgm:pt modelId="{C391E91A-9952-4CCE-81A2-C69F10F72AE5}" type="parTrans" cxnId="{21521A37-CD86-4F7D-8D07-E9387571BD41}">
      <dgm:prSet/>
      <dgm:spPr/>
      <dgm:t>
        <a:bodyPr/>
        <a:lstStyle/>
        <a:p>
          <a:endParaRPr lang="en-US"/>
        </a:p>
      </dgm:t>
    </dgm:pt>
    <dgm:pt modelId="{E8EBC8C2-BD96-4DE5-91D7-99C94826F924}" type="sibTrans" cxnId="{21521A37-CD86-4F7D-8D07-E9387571BD41}">
      <dgm:prSet/>
      <dgm:spPr/>
      <dgm:t>
        <a:bodyPr/>
        <a:lstStyle/>
        <a:p>
          <a:endParaRPr lang="en-US"/>
        </a:p>
      </dgm:t>
    </dgm:pt>
    <dgm:pt modelId="{DC639219-270C-4BDC-A52D-2AF3530885AC}">
      <dgm:prSet/>
      <dgm:spPr/>
      <dgm:t>
        <a:bodyPr/>
        <a:lstStyle/>
        <a:p>
          <a:r>
            <a:rPr lang="en-US" dirty="0"/>
            <a:t>persona (username, email, </a:t>
          </a:r>
          <a:r>
            <a:rPr lang="en-US" dirty="0" err="1"/>
            <a:t>ruolo</a:t>
          </a:r>
          <a:r>
            <a:rPr lang="en-US" dirty="0"/>
            <a:t>, </a:t>
          </a:r>
          <a:r>
            <a:rPr lang="en-US" dirty="0" err="1"/>
            <a:t>data_inizio</a:t>
          </a:r>
          <a:r>
            <a:rPr lang="en-US" dirty="0"/>
            <a:t>, </a:t>
          </a:r>
          <a:r>
            <a:rPr lang="en-US" dirty="0" err="1"/>
            <a:t>data_fine</a:t>
          </a:r>
          <a:r>
            <a:rPr lang="en-US" dirty="0"/>
            <a:t>)</a:t>
          </a:r>
        </a:p>
      </dgm:t>
    </dgm:pt>
    <dgm:pt modelId="{810169CA-7643-4886-9426-59ADAA9533AE}" type="parTrans" cxnId="{4DC10D66-6831-46C1-96D6-E1DC82740B84}">
      <dgm:prSet/>
      <dgm:spPr/>
      <dgm:t>
        <a:bodyPr/>
        <a:lstStyle/>
        <a:p>
          <a:endParaRPr lang="en-US"/>
        </a:p>
      </dgm:t>
    </dgm:pt>
    <dgm:pt modelId="{FD79C499-F344-4726-A2A9-5C70A7367FDE}" type="sibTrans" cxnId="{4DC10D66-6831-46C1-96D6-E1DC82740B84}">
      <dgm:prSet/>
      <dgm:spPr/>
      <dgm:t>
        <a:bodyPr/>
        <a:lstStyle/>
        <a:p>
          <a:endParaRPr lang="en-US"/>
        </a:p>
      </dgm:t>
    </dgm:pt>
    <dgm:pt modelId="{E91043DF-8D8B-4EE1-9B81-1CBEFEDA9822}">
      <dgm:prSet/>
      <dgm:spPr/>
      <dgm:t>
        <a:bodyPr/>
        <a:lstStyle/>
        <a:p>
          <a:r>
            <a:rPr lang="en-US"/>
            <a:t>dipartimento (nome, descrizione)</a:t>
          </a:r>
        </a:p>
      </dgm:t>
    </dgm:pt>
    <dgm:pt modelId="{D18BF975-77BB-491B-ABAB-62A29F6E4808}" type="parTrans" cxnId="{158B3522-2C0D-4019-A00E-30CEA640BD84}">
      <dgm:prSet/>
      <dgm:spPr/>
      <dgm:t>
        <a:bodyPr/>
        <a:lstStyle/>
        <a:p>
          <a:endParaRPr lang="en-US"/>
        </a:p>
      </dgm:t>
    </dgm:pt>
    <dgm:pt modelId="{EAB3005A-1B9E-4D9E-8076-0D0D0CE55F2B}" type="sibTrans" cxnId="{158B3522-2C0D-4019-A00E-30CEA640BD84}">
      <dgm:prSet/>
      <dgm:spPr/>
      <dgm:t>
        <a:bodyPr/>
        <a:lstStyle/>
        <a:p>
          <a:endParaRPr lang="en-US"/>
        </a:p>
      </dgm:t>
    </dgm:pt>
    <dgm:pt modelId="{51B0C831-387C-4911-937C-A685B2FB7CF5}">
      <dgm:prSet custT="1"/>
      <dgm:spPr/>
      <dgm:t>
        <a:bodyPr/>
        <a:lstStyle/>
        <a:p>
          <a:r>
            <a:rPr lang="en-US" sz="2400" b="1" dirty="0"/>
            <a:t>PROGETTO</a:t>
          </a:r>
        </a:p>
      </dgm:t>
    </dgm:pt>
    <dgm:pt modelId="{055013E6-F4A4-4054-A620-46D12A27B0AC}" type="parTrans" cxnId="{C03B36FD-6D54-4F48-B361-52EF8383641A}">
      <dgm:prSet/>
      <dgm:spPr/>
      <dgm:t>
        <a:bodyPr/>
        <a:lstStyle/>
        <a:p>
          <a:endParaRPr lang="en-US"/>
        </a:p>
      </dgm:t>
    </dgm:pt>
    <dgm:pt modelId="{ED4930E9-50E0-4ED0-B883-D0396E4F7217}" type="sibTrans" cxnId="{C03B36FD-6D54-4F48-B361-52EF8383641A}">
      <dgm:prSet/>
      <dgm:spPr/>
      <dgm:t>
        <a:bodyPr/>
        <a:lstStyle/>
        <a:p>
          <a:endParaRPr lang="en-US"/>
        </a:p>
      </dgm:t>
    </dgm:pt>
    <dgm:pt modelId="{387D6C91-B759-42F5-A04F-1E2C6341D2C0}">
      <dgm:prSet/>
      <dgm:spPr/>
      <dgm:t>
        <a:bodyPr/>
        <a:lstStyle/>
        <a:p>
          <a:r>
            <a:rPr lang="en-US"/>
            <a:t>progetto (codice, acronimo, stato, amministrativo_id, direttore_generale_id)</a:t>
          </a:r>
        </a:p>
      </dgm:t>
    </dgm:pt>
    <dgm:pt modelId="{9E91D2EF-1021-4444-B99D-B5DAF0BB05C5}" type="parTrans" cxnId="{3EF710E4-5603-4A65-97FC-AC5269FB8D18}">
      <dgm:prSet/>
      <dgm:spPr/>
      <dgm:t>
        <a:bodyPr/>
        <a:lstStyle/>
        <a:p>
          <a:endParaRPr lang="en-US"/>
        </a:p>
      </dgm:t>
    </dgm:pt>
    <dgm:pt modelId="{C377AC74-7CFE-4D22-BE88-8961CCA12BBE}" type="sibTrans" cxnId="{3EF710E4-5603-4A65-97FC-AC5269FB8D18}">
      <dgm:prSet/>
      <dgm:spPr/>
      <dgm:t>
        <a:bodyPr/>
        <a:lstStyle/>
        <a:p>
          <a:endParaRPr lang="en-US"/>
        </a:p>
      </dgm:t>
    </dgm:pt>
    <dgm:pt modelId="{AB1A8A2D-FCA9-4D69-A9B1-B1EC2B58E2BF}">
      <dgm:prSet/>
      <dgm:spPr/>
      <dgm:t>
        <a:bodyPr/>
        <a:lstStyle/>
        <a:p>
          <a:r>
            <a:rPr lang="en-US"/>
            <a:t>configurazione_progetto (wp_count, date_inizio, date_fine, finanziamento)</a:t>
          </a:r>
        </a:p>
      </dgm:t>
    </dgm:pt>
    <dgm:pt modelId="{5FD80DFE-6D82-4E38-8EF3-AE277D85E0AB}" type="parTrans" cxnId="{1553A498-BF5E-477B-8651-06EC3BB0ABB9}">
      <dgm:prSet/>
      <dgm:spPr/>
      <dgm:t>
        <a:bodyPr/>
        <a:lstStyle/>
        <a:p>
          <a:endParaRPr lang="en-US"/>
        </a:p>
      </dgm:t>
    </dgm:pt>
    <dgm:pt modelId="{CB894ED8-CF5A-4B88-9D66-6C8E18F6918F}" type="sibTrans" cxnId="{1553A498-BF5E-477B-8651-06EC3BB0ABB9}">
      <dgm:prSet/>
      <dgm:spPr/>
      <dgm:t>
        <a:bodyPr/>
        <a:lstStyle/>
        <a:p>
          <a:endParaRPr lang="en-US"/>
        </a:p>
      </dgm:t>
    </dgm:pt>
    <dgm:pt modelId="{88205B88-F7E5-4B25-95B2-11CEB33D1831}">
      <dgm:prSet custT="1"/>
      <dgm:spPr/>
      <dgm:t>
        <a:bodyPr/>
        <a:lstStyle/>
        <a:p>
          <a:r>
            <a:rPr lang="en-US" sz="2400" b="1" dirty="0"/>
            <a:t>PERSONALE</a:t>
          </a:r>
        </a:p>
      </dgm:t>
    </dgm:pt>
    <dgm:pt modelId="{6A286F39-19B7-49EB-AA8A-587244DB12C2}" type="parTrans" cxnId="{9DD4D45E-D467-4878-8821-D97757DDA527}">
      <dgm:prSet/>
      <dgm:spPr/>
      <dgm:t>
        <a:bodyPr/>
        <a:lstStyle/>
        <a:p>
          <a:endParaRPr lang="en-US"/>
        </a:p>
      </dgm:t>
    </dgm:pt>
    <dgm:pt modelId="{FACE8BC2-EEF5-4024-BE9E-AA479CCAF8ED}" type="sibTrans" cxnId="{9DD4D45E-D467-4878-8821-D97757DDA527}">
      <dgm:prSet/>
      <dgm:spPr/>
      <dgm:t>
        <a:bodyPr/>
        <a:lstStyle/>
        <a:p>
          <a:endParaRPr lang="en-US"/>
        </a:p>
      </dgm:t>
    </dgm:pt>
    <dgm:pt modelId="{F699199D-83F7-4A50-8FCD-B542F3D4822B}">
      <dgm:prSet/>
      <dgm:spPr/>
      <dgm:t>
        <a:bodyPr/>
        <a:lstStyle/>
        <a:p>
          <a:r>
            <a:rPr lang="en-US"/>
            <a:t>allocazione (persona_id, progetto_id, ruolo, % FTE, is_pi, data_inizio, data_fine)</a:t>
          </a:r>
        </a:p>
      </dgm:t>
    </dgm:pt>
    <dgm:pt modelId="{B7A9C03F-D105-4DBE-B017-C7539DEEDE93}" type="parTrans" cxnId="{99DC0A75-193A-46FB-9237-C7A4ADAA79A8}">
      <dgm:prSet/>
      <dgm:spPr/>
      <dgm:t>
        <a:bodyPr/>
        <a:lstStyle/>
        <a:p>
          <a:endParaRPr lang="en-US"/>
        </a:p>
      </dgm:t>
    </dgm:pt>
    <dgm:pt modelId="{14CE4DA4-1E3A-428D-9C14-8A60E9AA24A3}" type="sibTrans" cxnId="{99DC0A75-193A-46FB-9237-C7A4ADAA79A8}">
      <dgm:prSet/>
      <dgm:spPr/>
      <dgm:t>
        <a:bodyPr/>
        <a:lstStyle/>
        <a:p>
          <a:endParaRPr lang="en-US"/>
        </a:p>
      </dgm:t>
    </dgm:pt>
    <dgm:pt modelId="{3D589709-4DB8-4D9B-A965-D2D77C79421D}">
      <dgm:prSet/>
      <dgm:spPr/>
      <dgm:t>
        <a:bodyPr/>
        <a:lstStyle/>
        <a:p>
          <a:r>
            <a:rPr lang="en-US" dirty="0" err="1"/>
            <a:t>costo_orario_persona</a:t>
          </a:r>
          <a:r>
            <a:rPr lang="en-US" dirty="0"/>
            <a:t> (</a:t>
          </a:r>
          <a:r>
            <a:rPr lang="en-US" dirty="0" err="1"/>
            <a:t>persona_id</a:t>
          </a:r>
          <a:r>
            <a:rPr lang="en-US" dirty="0"/>
            <a:t>, </a:t>
          </a:r>
          <a:r>
            <a:rPr lang="en-US" dirty="0" err="1"/>
            <a:t>costo_orario</a:t>
          </a:r>
          <a:r>
            <a:rPr lang="en-US" dirty="0"/>
            <a:t>, </a:t>
          </a:r>
          <a:r>
            <a:rPr lang="en-US" dirty="0" err="1"/>
            <a:t>data_inizio</a:t>
          </a:r>
          <a:r>
            <a:rPr lang="en-US" dirty="0"/>
            <a:t>, </a:t>
          </a:r>
          <a:r>
            <a:rPr lang="en-US" dirty="0" err="1"/>
            <a:t>data_fine</a:t>
          </a:r>
          <a:r>
            <a:rPr lang="en-US" dirty="0"/>
            <a:t>)</a:t>
          </a:r>
        </a:p>
      </dgm:t>
    </dgm:pt>
    <dgm:pt modelId="{E62EF6E2-7ACF-455C-9469-A109A39A9035}" type="parTrans" cxnId="{AE742928-1AF1-4217-B497-874A33DB4D17}">
      <dgm:prSet/>
      <dgm:spPr/>
      <dgm:t>
        <a:bodyPr/>
        <a:lstStyle/>
        <a:p>
          <a:endParaRPr lang="en-US"/>
        </a:p>
      </dgm:t>
    </dgm:pt>
    <dgm:pt modelId="{5FD8AEF1-CDAC-4A46-96A5-BE73F59607F3}" type="sibTrans" cxnId="{AE742928-1AF1-4217-B497-874A33DB4D17}">
      <dgm:prSet/>
      <dgm:spPr/>
      <dgm:t>
        <a:bodyPr/>
        <a:lstStyle/>
        <a:p>
          <a:endParaRPr lang="en-US"/>
        </a:p>
      </dgm:t>
    </dgm:pt>
    <dgm:pt modelId="{5AFA34DD-76B7-41C2-92DA-C14304039979}">
      <dgm:prSet/>
      <dgm:spPr/>
      <dgm:t>
        <a:bodyPr/>
        <a:lstStyle/>
        <a:p>
          <a:r>
            <a:rPr lang="en-US"/>
            <a:t>monte_ore_annuale (persona_id, anno, ore_disponibili)</a:t>
          </a:r>
        </a:p>
      </dgm:t>
    </dgm:pt>
    <dgm:pt modelId="{2EABE257-2AA1-4737-AA83-06E341FE6802}" type="parTrans" cxnId="{DB2C9C90-4E20-489B-BC6F-5E8BCAE717C7}">
      <dgm:prSet/>
      <dgm:spPr/>
      <dgm:t>
        <a:bodyPr/>
        <a:lstStyle/>
        <a:p>
          <a:endParaRPr lang="en-US"/>
        </a:p>
      </dgm:t>
    </dgm:pt>
    <dgm:pt modelId="{250B88FF-AE32-4A25-80EB-2BAF69A774C8}" type="sibTrans" cxnId="{DB2C9C90-4E20-489B-BC6F-5E8BCAE717C7}">
      <dgm:prSet/>
      <dgm:spPr/>
      <dgm:t>
        <a:bodyPr/>
        <a:lstStyle/>
        <a:p>
          <a:endParaRPr lang="en-US"/>
        </a:p>
      </dgm:t>
    </dgm:pt>
    <dgm:pt modelId="{8576DDA2-7AF2-034C-B051-B4135FA99FF9}" type="pres">
      <dgm:prSet presAssocID="{A4A8BAFC-F768-40F3-96E8-BFF99C48AC88}" presName="vert0" presStyleCnt="0">
        <dgm:presLayoutVars>
          <dgm:dir/>
          <dgm:animOne val="branch"/>
          <dgm:animLvl val="lvl"/>
        </dgm:presLayoutVars>
      </dgm:prSet>
      <dgm:spPr/>
    </dgm:pt>
    <dgm:pt modelId="{48EF297E-C653-1249-9C3B-9BBA799CFF01}" type="pres">
      <dgm:prSet presAssocID="{3B45345F-E512-461B-B751-DF6BE153C7C5}" presName="thickLine" presStyleLbl="alignNode1" presStyleIdx="0" presStyleCnt="10"/>
      <dgm:spPr/>
    </dgm:pt>
    <dgm:pt modelId="{A568E33A-A991-CA4A-9966-097828C56B56}" type="pres">
      <dgm:prSet presAssocID="{3B45345F-E512-461B-B751-DF6BE153C7C5}" presName="horz1" presStyleCnt="0"/>
      <dgm:spPr/>
    </dgm:pt>
    <dgm:pt modelId="{D20A2380-F38A-C844-8C7C-5F2015A01FC8}" type="pres">
      <dgm:prSet presAssocID="{3B45345F-E512-461B-B751-DF6BE153C7C5}" presName="tx1" presStyleLbl="revTx" presStyleIdx="0" presStyleCnt="10"/>
      <dgm:spPr/>
    </dgm:pt>
    <dgm:pt modelId="{8ACFEFE1-80D0-6746-980D-C3B0EEA97886}" type="pres">
      <dgm:prSet presAssocID="{3B45345F-E512-461B-B751-DF6BE153C7C5}" presName="vert1" presStyleCnt="0"/>
      <dgm:spPr/>
    </dgm:pt>
    <dgm:pt modelId="{134A8623-7EEC-394F-9101-165CF0A13DFF}" type="pres">
      <dgm:prSet presAssocID="{DC639219-270C-4BDC-A52D-2AF3530885AC}" presName="thickLine" presStyleLbl="alignNode1" presStyleIdx="1" presStyleCnt="10"/>
      <dgm:spPr/>
    </dgm:pt>
    <dgm:pt modelId="{B05D45FD-B12A-DD45-BB80-39A1EDDD63DB}" type="pres">
      <dgm:prSet presAssocID="{DC639219-270C-4BDC-A52D-2AF3530885AC}" presName="horz1" presStyleCnt="0"/>
      <dgm:spPr/>
    </dgm:pt>
    <dgm:pt modelId="{1413DE9B-8DE0-CF41-B421-0F7A87548C81}" type="pres">
      <dgm:prSet presAssocID="{DC639219-270C-4BDC-A52D-2AF3530885AC}" presName="tx1" presStyleLbl="revTx" presStyleIdx="1" presStyleCnt="10"/>
      <dgm:spPr/>
    </dgm:pt>
    <dgm:pt modelId="{AA542994-DF10-8B42-AF90-0820B15A55DC}" type="pres">
      <dgm:prSet presAssocID="{DC639219-270C-4BDC-A52D-2AF3530885AC}" presName="vert1" presStyleCnt="0"/>
      <dgm:spPr/>
    </dgm:pt>
    <dgm:pt modelId="{B1BD3766-8ADF-A640-B239-5BE62E6BD799}" type="pres">
      <dgm:prSet presAssocID="{E91043DF-8D8B-4EE1-9B81-1CBEFEDA9822}" presName="thickLine" presStyleLbl="alignNode1" presStyleIdx="2" presStyleCnt="10"/>
      <dgm:spPr/>
    </dgm:pt>
    <dgm:pt modelId="{430A3764-AF23-B449-AC2B-4F76DCF6AC5A}" type="pres">
      <dgm:prSet presAssocID="{E91043DF-8D8B-4EE1-9B81-1CBEFEDA9822}" presName="horz1" presStyleCnt="0"/>
      <dgm:spPr/>
    </dgm:pt>
    <dgm:pt modelId="{EA4C3922-83B6-794D-B7E4-94DFB7D2A045}" type="pres">
      <dgm:prSet presAssocID="{E91043DF-8D8B-4EE1-9B81-1CBEFEDA9822}" presName="tx1" presStyleLbl="revTx" presStyleIdx="2" presStyleCnt="10"/>
      <dgm:spPr/>
    </dgm:pt>
    <dgm:pt modelId="{FB3345F8-7FB1-2046-978E-CB4AF9623930}" type="pres">
      <dgm:prSet presAssocID="{E91043DF-8D8B-4EE1-9B81-1CBEFEDA9822}" presName="vert1" presStyleCnt="0"/>
      <dgm:spPr/>
    </dgm:pt>
    <dgm:pt modelId="{BD044D79-B7D2-ED48-91A1-56832C9DD13E}" type="pres">
      <dgm:prSet presAssocID="{51B0C831-387C-4911-937C-A685B2FB7CF5}" presName="thickLine" presStyleLbl="alignNode1" presStyleIdx="3" presStyleCnt="10"/>
      <dgm:spPr/>
    </dgm:pt>
    <dgm:pt modelId="{F0AE0D64-2E80-084C-A012-3B053DF3E5F8}" type="pres">
      <dgm:prSet presAssocID="{51B0C831-387C-4911-937C-A685B2FB7CF5}" presName="horz1" presStyleCnt="0"/>
      <dgm:spPr/>
    </dgm:pt>
    <dgm:pt modelId="{279910FC-AA60-D44B-A0CE-237C76687B5D}" type="pres">
      <dgm:prSet presAssocID="{51B0C831-387C-4911-937C-A685B2FB7CF5}" presName="tx1" presStyleLbl="revTx" presStyleIdx="3" presStyleCnt="10"/>
      <dgm:spPr/>
    </dgm:pt>
    <dgm:pt modelId="{13E7361B-C2A4-1947-B552-E681BAB609AF}" type="pres">
      <dgm:prSet presAssocID="{51B0C831-387C-4911-937C-A685B2FB7CF5}" presName="vert1" presStyleCnt="0"/>
      <dgm:spPr/>
    </dgm:pt>
    <dgm:pt modelId="{227CF1AB-2DBD-3D43-A039-1C604637C3F9}" type="pres">
      <dgm:prSet presAssocID="{387D6C91-B759-42F5-A04F-1E2C6341D2C0}" presName="thickLine" presStyleLbl="alignNode1" presStyleIdx="4" presStyleCnt="10"/>
      <dgm:spPr/>
    </dgm:pt>
    <dgm:pt modelId="{811CBE9D-7C5B-0949-80DE-147464B606C9}" type="pres">
      <dgm:prSet presAssocID="{387D6C91-B759-42F5-A04F-1E2C6341D2C0}" presName="horz1" presStyleCnt="0"/>
      <dgm:spPr/>
    </dgm:pt>
    <dgm:pt modelId="{22382BDF-25C0-C041-A233-639FEB67BBEB}" type="pres">
      <dgm:prSet presAssocID="{387D6C91-B759-42F5-A04F-1E2C6341D2C0}" presName="tx1" presStyleLbl="revTx" presStyleIdx="4" presStyleCnt="10"/>
      <dgm:spPr/>
    </dgm:pt>
    <dgm:pt modelId="{34F14F0B-69D4-BE44-AFA3-408A3AD24918}" type="pres">
      <dgm:prSet presAssocID="{387D6C91-B759-42F5-A04F-1E2C6341D2C0}" presName="vert1" presStyleCnt="0"/>
      <dgm:spPr/>
    </dgm:pt>
    <dgm:pt modelId="{57106AB3-09D3-6142-B050-695884CB9579}" type="pres">
      <dgm:prSet presAssocID="{AB1A8A2D-FCA9-4D69-A9B1-B1EC2B58E2BF}" presName="thickLine" presStyleLbl="alignNode1" presStyleIdx="5" presStyleCnt="10"/>
      <dgm:spPr/>
    </dgm:pt>
    <dgm:pt modelId="{FEA08212-D6E2-6242-978E-5493385186C3}" type="pres">
      <dgm:prSet presAssocID="{AB1A8A2D-FCA9-4D69-A9B1-B1EC2B58E2BF}" presName="horz1" presStyleCnt="0"/>
      <dgm:spPr/>
    </dgm:pt>
    <dgm:pt modelId="{D09087A3-F29D-F745-AFD9-B4160DC4E71E}" type="pres">
      <dgm:prSet presAssocID="{AB1A8A2D-FCA9-4D69-A9B1-B1EC2B58E2BF}" presName="tx1" presStyleLbl="revTx" presStyleIdx="5" presStyleCnt="10"/>
      <dgm:spPr/>
    </dgm:pt>
    <dgm:pt modelId="{09850363-2297-234D-8B41-38C7804E0473}" type="pres">
      <dgm:prSet presAssocID="{AB1A8A2D-FCA9-4D69-A9B1-B1EC2B58E2BF}" presName="vert1" presStyleCnt="0"/>
      <dgm:spPr/>
    </dgm:pt>
    <dgm:pt modelId="{E52761DF-4753-0A4A-8E92-AA0E2A463B09}" type="pres">
      <dgm:prSet presAssocID="{88205B88-F7E5-4B25-95B2-11CEB33D1831}" presName="thickLine" presStyleLbl="alignNode1" presStyleIdx="6" presStyleCnt="10"/>
      <dgm:spPr/>
    </dgm:pt>
    <dgm:pt modelId="{9ACE016F-C4F1-5747-8559-788527C7DC11}" type="pres">
      <dgm:prSet presAssocID="{88205B88-F7E5-4B25-95B2-11CEB33D1831}" presName="horz1" presStyleCnt="0"/>
      <dgm:spPr/>
    </dgm:pt>
    <dgm:pt modelId="{45654CDE-B7ED-5F49-B1A7-B8DB41552DBE}" type="pres">
      <dgm:prSet presAssocID="{88205B88-F7E5-4B25-95B2-11CEB33D1831}" presName="tx1" presStyleLbl="revTx" presStyleIdx="6" presStyleCnt="10"/>
      <dgm:spPr/>
    </dgm:pt>
    <dgm:pt modelId="{FDAEA5DE-12BA-FA44-81E9-FC4B4EF75BD4}" type="pres">
      <dgm:prSet presAssocID="{88205B88-F7E5-4B25-95B2-11CEB33D1831}" presName="vert1" presStyleCnt="0"/>
      <dgm:spPr/>
    </dgm:pt>
    <dgm:pt modelId="{9E1FE9D3-87EA-D349-9136-CC11A1D4DC19}" type="pres">
      <dgm:prSet presAssocID="{F699199D-83F7-4A50-8FCD-B542F3D4822B}" presName="thickLine" presStyleLbl="alignNode1" presStyleIdx="7" presStyleCnt="10"/>
      <dgm:spPr/>
    </dgm:pt>
    <dgm:pt modelId="{3C55E54C-5B2B-4D41-B9D6-54A9251292FC}" type="pres">
      <dgm:prSet presAssocID="{F699199D-83F7-4A50-8FCD-B542F3D4822B}" presName="horz1" presStyleCnt="0"/>
      <dgm:spPr/>
    </dgm:pt>
    <dgm:pt modelId="{84A7BBE0-E5CD-8B4C-8C94-4ED1B3BCAEC9}" type="pres">
      <dgm:prSet presAssocID="{F699199D-83F7-4A50-8FCD-B542F3D4822B}" presName="tx1" presStyleLbl="revTx" presStyleIdx="7" presStyleCnt="10"/>
      <dgm:spPr/>
    </dgm:pt>
    <dgm:pt modelId="{C7A56873-C5D4-D241-8947-15334185CE6F}" type="pres">
      <dgm:prSet presAssocID="{F699199D-83F7-4A50-8FCD-B542F3D4822B}" presName="vert1" presStyleCnt="0"/>
      <dgm:spPr/>
    </dgm:pt>
    <dgm:pt modelId="{74DEA97B-2E45-CC49-A738-83136BBE2584}" type="pres">
      <dgm:prSet presAssocID="{3D589709-4DB8-4D9B-A965-D2D77C79421D}" presName="thickLine" presStyleLbl="alignNode1" presStyleIdx="8" presStyleCnt="10"/>
      <dgm:spPr/>
    </dgm:pt>
    <dgm:pt modelId="{10DF6E9B-B0B1-DF45-A595-75144C00D77B}" type="pres">
      <dgm:prSet presAssocID="{3D589709-4DB8-4D9B-A965-D2D77C79421D}" presName="horz1" presStyleCnt="0"/>
      <dgm:spPr/>
    </dgm:pt>
    <dgm:pt modelId="{E2975CFB-3707-5A48-890D-2998C4E663E5}" type="pres">
      <dgm:prSet presAssocID="{3D589709-4DB8-4D9B-A965-D2D77C79421D}" presName="tx1" presStyleLbl="revTx" presStyleIdx="8" presStyleCnt="10"/>
      <dgm:spPr/>
    </dgm:pt>
    <dgm:pt modelId="{37F76D0A-D254-1A43-88A1-DE100BACDE43}" type="pres">
      <dgm:prSet presAssocID="{3D589709-4DB8-4D9B-A965-D2D77C79421D}" presName="vert1" presStyleCnt="0"/>
      <dgm:spPr/>
    </dgm:pt>
    <dgm:pt modelId="{E4D1D2F8-394B-3144-99BF-CA3452BFE818}" type="pres">
      <dgm:prSet presAssocID="{5AFA34DD-76B7-41C2-92DA-C14304039979}" presName="thickLine" presStyleLbl="alignNode1" presStyleIdx="9" presStyleCnt="10"/>
      <dgm:spPr/>
    </dgm:pt>
    <dgm:pt modelId="{0628C596-E7F5-D746-940D-4CB0E84B25D8}" type="pres">
      <dgm:prSet presAssocID="{5AFA34DD-76B7-41C2-92DA-C14304039979}" presName="horz1" presStyleCnt="0"/>
      <dgm:spPr/>
    </dgm:pt>
    <dgm:pt modelId="{E06CF8D5-1F74-784B-B57F-140C6900EBB3}" type="pres">
      <dgm:prSet presAssocID="{5AFA34DD-76B7-41C2-92DA-C14304039979}" presName="tx1" presStyleLbl="revTx" presStyleIdx="9" presStyleCnt="10"/>
      <dgm:spPr/>
    </dgm:pt>
    <dgm:pt modelId="{BABD9491-8822-DE4E-BDC5-0D3AE263980A}" type="pres">
      <dgm:prSet presAssocID="{5AFA34DD-76B7-41C2-92DA-C14304039979}" presName="vert1" presStyleCnt="0"/>
      <dgm:spPr/>
    </dgm:pt>
  </dgm:ptLst>
  <dgm:cxnLst>
    <dgm:cxn modelId="{158B3522-2C0D-4019-A00E-30CEA640BD84}" srcId="{A4A8BAFC-F768-40F3-96E8-BFF99C48AC88}" destId="{E91043DF-8D8B-4EE1-9B81-1CBEFEDA9822}" srcOrd="2" destOrd="0" parTransId="{D18BF975-77BB-491B-ABAB-62A29F6E4808}" sibTransId="{EAB3005A-1B9E-4D9E-8076-0D0D0CE55F2B}"/>
    <dgm:cxn modelId="{E6E67E27-7688-B145-B884-821A6637553C}" type="presOf" srcId="{E91043DF-8D8B-4EE1-9B81-1CBEFEDA9822}" destId="{EA4C3922-83B6-794D-B7E4-94DFB7D2A045}" srcOrd="0" destOrd="0" presId="urn:microsoft.com/office/officeart/2008/layout/LinedList"/>
    <dgm:cxn modelId="{AE742928-1AF1-4217-B497-874A33DB4D17}" srcId="{A4A8BAFC-F768-40F3-96E8-BFF99C48AC88}" destId="{3D589709-4DB8-4D9B-A965-D2D77C79421D}" srcOrd="8" destOrd="0" parTransId="{E62EF6E2-7ACF-455C-9469-A109A39A9035}" sibTransId="{5FD8AEF1-CDAC-4A46-96A5-BE73F59607F3}"/>
    <dgm:cxn modelId="{21521A37-CD86-4F7D-8D07-E9387571BD41}" srcId="{A4A8BAFC-F768-40F3-96E8-BFF99C48AC88}" destId="{3B45345F-E512-461B-B751-DF6BE153C7C5}" srcOrd="0" destOrd="0" parTransId="{C391E91A-9952-4CCE-81A2-C69F10F72AE5}" sibTransId="{E8EBC8C2-BD96-4DE5-91D7-99C94826F924}"/>
    <dgm:cxn modelId="{9DD4D45E-D467-4878-8821-D97757DDA527}" srcId="{A4A8BAFC-F768-40F3-96E8-BFF99C48AC88}" destId="{88205B88-F7E5-4B25-95B2-11CEB33D1831}" srcOrd="6" destOrd="0" parTransId="{6A286F39-19B7-49EB-AA8A-587244DB12C2}" sibTransId="{FACE8BC2-EEF5-4024-BE9E-AA479CCAF8ED}"/>
    <dgm:cxn modelId="{4DC10D66-6831-46C1-96D6-E1DC82740B84}" srcId="{A4A8BAFC-F768-40F3-96E8-BFF99C48AC88}" destId="{DC639219-270C-4BDC-A52D-2AF3530885AC}" srcOrd="1" destOrd="0" parTransId="{810169CA-7643-4886-9426-59ADAA9533AE}" sibTransId="{FD79C499-F344-4726-A2A9-5C70A7367FDE}"/>
    <dgm:cxn modelId="{99DC0A75-193A-46FB-9237-C7A4ADAA79A8}" srcId="{A4A8BAFC-F768-40F3-96E8-BFF99C48AC88}" destId="{F699199D-83F7-4A50-8FCD-B542F3D4822B}" srcOrd="7" destOrd="0" parTransId="{B7A9C03F-D105-4DBE-B017-C7539DEEDE93}" sibTransId="{14CE4DA4-1E3A-428D-9C14-8A60E9AA24A3}"/>
    <dgm:cxn modelId="{0DD66484-A8D6-DE46-AD30-7CF0FE8CE8FA}" type="presOf" srcId="{51B0C831-387C-4911-937C-A685B2FB7CF5}" destId="{279910FC-AA60-D44B-A0CE-237C76687B5D}" srcOrd="0" destOrd="0" presId="urn:microsoft.com/office/officeart/2008/layout/LinedList"/>
    <dgm:cxn modelId="{3528F585-DB6A-DF4C-B440-AAD3557901C5}" type="presOf" srcId="{88205B88-F7E5-4B25-95B2-11CEB33D1831}" destId="{45654CDE-B7ED-5F49-B1A7-B8DB41552DBE}" srcOrd="0" destOrd="0" presId="urn:microsoft.com/office/officeart/2008/layout/LinedList"/>
    <dgm:cxn modelId="{DB2C9C90-4E20-489B-BC6F-5E8BCAE717C7}" srcId="{A4A8BAFC-F768-40F3-96E8-BFF99C48AC88}" destId="{5AFA34DD-76B7-41C2-92DA-C14304039979}" srcOrd="9" destOrd="0" parTransId="{2EABE257-2AA1-4737-AA83-06E341FE6802}" sibTransId="{250B88FF-AE32-4A25-80EB-2BAF69A774C8}"/>
    <dgm:cxn modelId="{1553A498-BF5E-477B-8651-06EC3BB0ABB9}" srcId="{A4A8BAFC-F768-40F3-96E8-BFF99C48AC88}" destId="{AB1A8A2D-FCA9-4D69-A9B1-B1EC2B58E2BF}" srcOrd="5" destOrd="0" parTransId="{5FD80DFE-6D82-4E38-8EF3-AE277D85E0AB}" sibTransId="{CB894ED8-CF5A-4B88-9D66-6C8E18F6918F}"/>
    <dgm:cxn modelId="{3BAB3B9A-A30A-6A4E-B83C-69687D69DB3A}" type="presOf" srcId="{3B45345F-E512-461B-B751-DF6BE153C7C5}" destId="{D20A2380-F38A-C844-8C7C-5F2015A01FC8}" srcOrd="0" destOrd="0" presId="urn:microsoft.com/office/officeart/2008/layout/LinedList"/>
    <dgm:cxn modelId="{D54D8C9B-0D67-604C-BB68-2C64AEE82915}" type="presOf" srcId="{DC639219-270C-4BDC-A52D-2AF3530885AC}" destId="{1413DE9B-8DE0-CF41-B421-0F7A87548C81}" srcOrd="0" destOrd="0" presId="urn:microsoft.com/office/officeart/2008/layout/LinedList"/>
    <dgm:cxn modelId="{3708F49B-1834-DF4A-8247-0520F4C3D6C2}" type="presOf" srcId="{5AFA34DD-76B7-41C2-92DA-C14304039979}" destId="{E06CF8D5-1F74-784B-B57F-140C6900EBB3}" srcOrd="0" destOrd="0" presId="urn:microsoft.com/office/officeart/2008/layout/LinedList"/>
    <dgm:cxn modelId="{475DB2AA-7E97-DE41-AD3D-6F1F5CA75BDD}" type="presOf" srcId="{A4A8BAFC-F768-40F3-96E8-BFF99C48AC88}" destId="{8576DDA2-7AF2-034C-B051-B4135FA99FF9}" srcOrd="0" destOrd="0" presId="urn:microsoft.com/office/officeart/2008/layout/LinedList"/>
    <dgm:cxn modelId="{CDD424B8-DF7A-6241-AADF-70E9DDA1ED23}" type="presOf" srcId="{387D6C91-B759-42F5-A04F-1E2C6341D2C0}" destId="{22382BDF-25C0-C041-A233-639FEB67BBEB}" srcOrd="0" destOrd="0" presId="urn:microsoft.com/office/officeart/2008/layout/LinedList"/>
    <dgm:cxn modelId="{9453A9D6-99BA-6645-BAAE-7E1512CDAA51}" type="presOf" srcId="{3D589709-4DB8-4D9B-A965-D2D77C79421D}" destId="{E2975CFB-3707-5A48-890D-2998C4E663E5}" srcOrd="0" destOrd="0" presId="urn:microsoft.com/office/officeart/2008/layout/LinedList"/>
    <dgm:cxn modelId="{6CEB0DD9-410C-9141-B81A-1FE0035BFBCE}" type="presOf" srcId="{AB1A8A2D-FCA9-4D69-A9B1-B1EC2B58E2BF}" destId="{D09087A3-F29D-F745-AFD9-B4160DC4E71E}" srcOrd="0" destOrd="0" presId="urn:microsoft.com/office/officeart/2008/layout/LinedList"/>
    <dgm:cxn modelId="{65F70EDF-298B-D34C-8025-79BEAC2A441A}" type="presOf" srcId="{F699199D-83F7-4A50-8FCD-B542F3D4822B}" destId="{84A7BBE0-E5CD-8B4C-8C94-4ED1B3BCAEC9}" srcOrd="0" destOrd="0" presId="urn:microsoft.com/office/officeart/2008/layout/LinedList"/>
    <dgm:cxn modelId="{3EF710E4-5603-4A65-97FC-AC5269FB8D18}" srcId="{A4A8BAFC-F768-40F3-96E8-BFF99C48AC88}" destId="{387D6C91-B759-42F5-A04F-1E2C6341D2C0}" srcOrd="4" destOrd="0" parTransId="{9E91D2EF-1021-4444-B99D-B5DAF0BB05C5}" sibTransId="{C377AC74-7CFE-4D22-BE88-8961CCA12BBE}"/>
    <dgm:cxn modelId="{C03B36FD-6D54-4F48-B361-52EF8383641A}" srcId="{A4A8BAFC-F768-40F3-96E8-BFF99C48AC88}" destId="{51B0C831-387C-4911-937C-A685B2FB7CF5}" srcOrd="3" destOrd="0" parTransId="{055013E6-F4A4-4054-A620-46D12A27B0AC}" sibTransId="{ED4930E9-50E0-4ED0-B883-D0396E4F7217}"/>
    <dgm:cxn modelId="{D459AD94-A7ED-C048-8436-D21614774C50}" type="presParOf" srcId="{8576DDA2-7AF2-034C-B051-B4135FA99FF9}" destId="{48EF297E-C653-1249-9C3B-9BBA799CFF01}" srcOrd="0" destOrd="0" presId="urn:microsoft.com/office/officeart/2008/layout/LinedList"/>
    <dgm:cxn modelId="{22920D8D-7B65-B84D-80F6-E6F55964AEC7}" type="presParOf" srcId="{8576DDA2-7AF2-034C-B051-B4135FA99FF9}" destId="{A568E33A-A991-CA4A-9966-097828C56B56}" srcOrd="1" destOrd="0" presId="urn:microsoft.com/office/officeart/2008/layout/LinedList"/>
    <dgm:cxn modelId="{CA10172B-12DB-274E-8902-34239AB142FF}" type="presParOf" srcId="{A568E33A-A991-CA4A-9966-097828C56B56}" destId="{D20A2380-F38A-C844-8C7C-5F2015A01FC8}" srcOrd="0" destOrd="0" presId="urn:microsoft.com/office/officeart/2008/layout/LinedList"/>
    <dgm:cxn modelId="{6F611097-301F-9143-A688-BFA2CCD22A1C}" type="presParOf" srcId="{A568E33A-A991-CA4A-9966-097828C56B56}" destId="{8ACFEFE1-80D0-6746-980D-C3B0EEA97886}" srcOrd="1" destOrd="0" presId="urn:microsoft.com/office/officeart/2008/layout/LinedList"/>
    <dgm:cxn modelId="{9C594050-7E5A-BE47-9708-253D06ACA550}" type="presParOf" srcId="{8576DDA2-7AF2-034C-B051-B4135FA99FF9}" destId="{134A8623-7EEC-394F-9101-165CF0A13DFF}" srcOrd="2" destOrd="0" presId="urn:microsoft.com/office/officeart/2008/layout/LinedList"/>
    <dgm:cxn modelId="{6CD2B2A4-D0B8-1D4B-BE31-B0748EDA10A7}" type="presParOf" srcId="{8576DDA2-7AF2-034C-B051-B4135FA99FF9}" destId="{B05D45FD-B12A-DD45-BB80-39A1EDDD63DB}" srcOrd="3" destOrd="0" presId="urn:microsoft.com/office/officeart/2008/layout/LinedList"/>
    <dgm:cxn modelId="{1D07E3D8-D28B-3544-863E-3A9D63037256}" type="presParOf" srcId="{B05D45FD-B12A-DD45-BB80-39A1EDDD63DB}" destId="{1413DE9B-8DE0-CF41-B421-0F7A87548C81}" srcOrd="0" destOrd="0" presId="urn:microsoft.com/office/officeart/2008/layout/LinedList"/>
    <dgm:cxn modelId="{8A212C92-3E0D-6D40-855F-7EF2BA014D06}" type="presParOf" srcId="{B05D45FD-B12A-DD45-BB80-39A1EDDD63DB}" destId="{AA542994-DF10-8B42-AF90-0820B15A55DC}" srcOrd="1" destOrd="0" presId="urn:microsoft.com/office/officeart/2008/layout/LinedList"/>
    <dgm:cxn modelId="{05516DF3-290E-B249-9929-2978958087F4}" type="presParOf" srcId="{8576DDA2-7AF2-034C-B051-B4135FA99FF9}" destId="{B1BD3766-8ADF-A640-B239-5BE62E6BD799}" srcOrd="4" destOrd="0" presId="urn:microsoft.com/office/officeart/2008/layout/LinedList"/>
    <dgm:cxn modelId="{1A6C64C9-A999-6F49-BB53-0D9DA758B69F}" type="presParOf" srcId="{8576DDA2-7AF2-034C-B051-B4135FA99FF9}" destId="{430A3764-AF23-B449-AC2B-4F76DCF6AC5A}" srcOrd="5" destOrd="0" presId="urn:microsoft.com/office/officeart/2008/layout/LinedList"/>
    <dgm:cxn modelId="{5493B248-A197-DE42-83AE-DB768A3EE024}" type="presParOf" srcId="{430A3764-AF23-B449-AC2B-4F76DCF6AC5A}" destId="{EA4C3922-83B6-794D-B7E4-94DFB7D2A045}" srcOrd="0" destOrd="0" presId="urn:microsoft.com/office/officeart/2008/layout/LinedList"/>
    <dgm:cxn modelId="{9FAFBC6C-F6CA-C84D-A72E-63BD7E930F83}" type="presParOf" srcId="{430A3764-AF23-B449-AC2B-4F76DCF6AC5A}" destId="{FB3345F8-7FB1-2046-978E-CB4AF9623930}" srcOrd="1" destOrd="0" presId="urn:microsoft.com/office/officeart/2008/layout/LinedList"/>
    <dgm:cxn modelId="{6F236E4F-F9BA-944B-8276-293D01CA701B}" type="presParOf" srcId="{8576DDA2-7AF2-034C-B051-B4135FA99FF9}" destId="{BD044D79-B7D2-ED48-91A1-56832C9DD13E}" srcOrd="6" destOrd="0" presId="urn:microsoft.com/office/officeart/2008/layout/LinedList"/>
    <dgm:cxn modelId="{30156D39-4B53-AD4E-80DD-8AE0B00DB992}" type="presParOf" srcId="{8576DDA2-7AF2-034C-B051-B4135FA99FF9}" destId="{F0AE0D64-2E80-084C-A012-3B053DF3E5F8}" srcOrd="7" destOrd="0" presId="urn:microsoft.com/office/officeart/2008/layout/LinedList"/>
    <dgm:cxn modelId="{1368AF89-725B-0844-9B41-987DDF5BD062}" type="presParOf" srcId="{F0AE0D64-2E80-084C-A012-3B053DF3E5F8}" destId="{279910FC-AA60-D44B-A0CE-237C76687B5D}" srcOrd="0" destOrd="0" presId="urn:microsoft.com/office/officeart/2008/layout/LinedList"/>
    <dgm:cxn modelId="{FC078400-E516-F94D-B28A-B2E0FDD4FC2A}" type="presParOf" srcId="{F0AE0D64-2E80-084C-A012-3B053DF3E5F8}" destId="{13E7361B-C2A4-1947-B552-E681BAB609AF}" srcOrd="1" destOrd="0" presId="urn:microsoft.com/office/officeart/2008/layout/LinedList"/>
    <dgm:cxn modelId="{00FE4704-4E82-894D-992C-CAD72F2CD3C1}" type="presParOf" srcId="{8576DDA2-7AF2-034C-B051-B4135FA99FF9}" destId="{227CF1AB-2DBD-3D43-A039-1C604637C3F9}" srcOrd="8" destOrd="0" presId="urn:microsoft.com/office/officeart/2008/layout/LinedList"/>
    <dgm:cxn modelId="{F5F7A404-9713-7346-BA11-212463B66DAD}" type="presParOf" srcId="{8576DDA2-7AF2-034C-B051-B4135FA99FF9}" destId="{811CBE9D-7C5B-0949-80DE-147464B606C9}" srcOrd="9" destOrd="0" presId="urn:microsoft.com/office/officeart/2008/layout/LinedList"/>
    <dgm:cxn modelId="{F49E5B81-1847-F04B-BC62-45EA175D8B21}" type="presParOf" srcId="{811CBE9D-7C5B-0949-80DE-147464B606C9}" destId="{22382BDF-25C0-C041-A233-639FEB67BBEB}" srcOrd="0" destOrd="0" presId="urn:microsoft.com/office/officeart/2008/layout/LinedList"/>
    <dgm:cxn modelId="{5440615A-44F4-524D-BF6A-2E2156A28057}" type="presParOf" srcId="{811CBE9D-7C5B-0949-80DE-147464B606C9}" destId="{34F14F0B-69D4-BE44-AFA3-408A3AD24918}" srcOrd="1" destOrd="0" presId="urn:microsoft.com/office/officeart/2008/layout/LinedList"/>
    <dgm:cxn modelId="{2B915F77-DCF0-5340-BD49-E2EFB59C1091}" type="presParOf" srcId="{8576DDA2-7AF2-034C-B051-B4135FA99FF9}" destId="{57106AB3-09D3-6142-B050-695884CB9579}" srcOrd="10" destOrd="0" presId="urn:microsoft.com/office/officeart/2008/layout/LinedList"/>
    <dgm:cxn modelId="{BAF80B0A-9D00-FA48-99E0-1C9D73B4F199}" type="presParOf" srcId="{8576DDA2-7AF2-034C-B051-B4135FA99FF9}" destId="{FEA08212-D6E2-6242-978E-5493385186C3}" srcOrd="11" destOrd="0" presId="urn:microsoft.com/office/officeart/2008/layout/LinedList"/>
    <dgm:cxn modelId="{F3A3D6A3-AAD0-B444-9A58-D49D38B3E907}" type="presParOf" srcId="{FEA08212-D6E2-6242-978E-5493385186C3}" destId="{D09087A3-F29D-F745-AFD9-B4160DC4E71E}" srcOrd="0" destOrd="0" presId="urn:microsoft.com/office/officeart/2008/layout/LinedList"/>
    <dgm:cxn modelId="{FD219698-F21A-794B-AAAA-4ED926E03AA3}" type="presParOf" srcId="{FEA08212-D6E2-6242-978E-5493385186C3}" destId="{09850363-2297-234D-8B41-38C7804E0473}" srcOrd="1" destOrd="0" presId="urn:microsoft.com/office/officeart/2008/layout/LinedList"/>
    <dgm:cxn modelId="{6C4DFE62-5255-CA4C-A69C-A048AD24A3A0}" type="presParOf" srcId="{8576DDA2-7AF2-034C-B051-B4135FA99FF9}" destId="{E52761DF-4753-0A4A-8E92-AA0E2A463B09}" srcOrd="12" destOrd="0" presId="urn:microsoft.com/office/officeart/2008/layout/LinedList"/>
    <dgm:cxn modelId="{096877C4-4967-724C-9CA2-9D72CDCFED20}" type="presParOf" srcId="{8576DDA2-7AF2-034C-B051-B4135FA99FF9}" destId="{9ACE016F-C4F1-5747-8559-788527C7DC11}" srcOrd="13" destOrd="0" presId="urn:microsoft.com/office/officeart/2008/layout/LinedList"/>
    <dgm:cxn modelId="{85325E86-583A-B243-89C4-40941CBBCEF0}" type="presParOf" srcId="{9ACE016F-C4F1-5747-8559-788527C7DC11}" destId="{45654CDE-B7ED-5F49-B1A7-B8DB41552DBE}" srcOrd="0" destOrd="0" presId="urn:microsoft.com/office/officeart/2008/layout/LinedList"/>
    <dgm:cxn modelId="{98D08ABD-1745-0A4A-83D5-0D6949ACC978}" type="presParOf" srcId="{9ACE016F-C4F1-5747-8559-788527C7DC11}" destId="{FDAEA5DE-12BA-FA44-81E9-FC4B4EF75BD4}" srcOrd="1" destOrd="0" presId="urn:microsoft.com/office/officeart/2008/layout/LinedList"/>
    <dgm:cxn modelId="{F925771B-FE09-C244-9368-ECFF626F06DB}" type="presParOf" srcId="{8576DDA2-7AF2-034C-B051-B4135FA99FF9}" destId="{9E1FE9D3-87EA-D349-9136-CC11A1D4DC19}" srcOrd="14" destOrd="0" presId="urn:microsoft.com/office/officeart/2008/layout/LinedList"/>
    <dgm:cxn modelId="{66E2EC24-6A39-1940-86D0-FB21B79EBFDA}" type="presParOf" srcId="{8576DDA2-7AF2-034C-B051-B4135FA99FF9}" destId="{3C55E54C-5B2B-4D41-B9D6-54A9251292FC}" srcOrd="15" destOrd="0" presId="urn:microsoft.com/office/officeart/2008/layout/LinedList"/>
    <dgm:cxn modelId="{D3229DB1-BF76-474F-AF23-03838B56D873}" type="presParOf" srcId="{3C55E54C-5B2B-4D41-B9D6-54A9251292FC}" destId="{84A7BBE0-E5CD-8B4C-8C94-4ED1B3BCAEC9}" srcOrd="0" destOrd="0" presId="urn:microsoft.com/office/officeart/2008/layout/LinedList"/>
    <dgm:cxn modelId="{C785CED2-3209-EA4E-9A83-5CD44E60E790}" type="presParOf" srcId="{3C55E54C-5B2B-4D41-B9D6-54A9251292FC}" destId="{C7A56873-C5D4-D241-8947-15334185CE6F}" srcOrd="1" destOrd="0" presId="urn:microsoft.com/office/officeart/2008/layout/LinedList"/>
    <dgm:cxn modelId="{C947A179-9F99-5842-8F86-52CA25E2E107}" type="presParOf" srcId="{8576DDA2-7AF2-034C-B051-B4135FA99FF9}" destId="{74DEA97B-2E45-CC49-A738-83136BBE2584}" srcOrd="16" destOrd="0" presId="urn:microsoft.com/office/officeart/2008/layout/LinedList"/>
    <dgm:cxn modelId="{D3664DA9-E04B-B04F-A39F-B71B8BF26323}" type="presParOf" srcId="{8576DDA2-7AF2-034C-B051-B4135FA99FF9}" destId="{10DF6E9B-B0B1-DF45-A595-75144C00D77B}" srcOrd="17" destOrd="0" presId="urn:microsoft.com/office/officeart/2008/layout/LinedList"/>
    <dgm:cxn modelId="{93BA9F6A-0326-4341-9248-C1C368782DED}" type="presParOf" srcId="{10DF6E9B-B0B1-DF45-A595-75144C00D77B}" destId="{E2975CFB-3707-5A48-890D-2998C4E663E5}" srcOrd="0" destOrd="0" presId="urn:microsoft.com/office/officeart/2008/layout/LinedList"/>
    <dgm:cxn modelId="{94195BD7-CB32-5B4B-8E55-387F1B92D562}" type="presParOf" srcId="{10DF6E9B-B0B1-DF45-A595-75144C00D77B}" destId="{37F76D0A-D254-1A43-88A1-DE100BACDE43}" srcOrd="1" destOrd="0" presId="urn:microsoft.com/office/officeart/2008/layout/LinedList"/>
    <dgm:cxn modelId="{F9CA6DA5-5002-1448-98B7-A9C4F9F10507}" type="presParOf" srcId="{8576DDA2-7AF2-034C-B051-B4135FA99FF9}" destId="{E4D1D2F8-394B-3144-99BF-CA3452BFE818}" srcOrd="18" destOrd="0" presId="urn:microsoft.com/office/officeart/2008/layout/LinedList"/>
    <dgm:cxn modelId="{D5FA9659-C38D-C44B-A328-54AEB5461D31}" type="presParOf" srcId="{8576DDA2-7AF2-034C-B051-B4135FA99FF9}" destId="{0628C596-E7F5-D746-940D-4CB0E84B25D8}" srcOrd="19" destOrd="0" presId="urn:microsoft.com/office/officeart/2008/layout/LinedList"/>
    <dgm:cxn modelId="{AC85DF3B-3AC4-804A-9CB8-A90CEBADFB6E}" type="presParOf" srcId="{0628C596-E7F5-D746-940D-4CB0E84B25D8}" destId="{E06CF8D5-1F74-784B-B57F-140C6900EBB3}" srcOrd="0" destOrd="0" presId="urn:microsoft.com/office/officeart/2008/layout/LinedList"/>
    <dgm:cxn modelId="{FA5C30F4-3618-254A-AA8A-12608260D582}" type="presParOf" srcId="{0628C596-E7F5-D746-940D-4CB0E84B25D8}" destId="{BABD9491-8822-DE4E-BDC5-0D3AE263980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EF297E-C653-1249-9C3B-9BBA799CFF01}">
      <dsp:nvSpPr>
        <dsp:cNvPr id="0" name=""/>
        <dsp:cNvSpPr/>
      </dsp:nvSpPr>
      <dsp:spPr>
        <a:xfrm>
          <a:off x="0" y="531"/>
          <a:ext cx="78867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20A2380-F38A-C844-8C7C-5F2015A01FC8}">
      <dsp:nvSpPr>
        <dsp:cNvPr id="0" name=""/>
        <dsp:cNvSpPr/>
      </dsp:nvSpPr>
      <dsp:spPr>
        <a:xfrm>
          <a:off x="0" y="531"/>
          <a:ext cx="78867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CORE</a:t>
          </a:r>
        </a:p>
      </dsp:txBody>
      <dsp:txXfrm>
        <a:off x="0" y="531"/>
        <a:ext cx="7886700" cy="435027"/>
      </dsp:txXfrm>
    </dsp:sp>
    <dsp:sp modelId="{134A8623-7EEC-394F-9101-165CF0A13DFF}">
      <dsp:nvSpPr>
        <dsp:cNvPr id="0" name=""/>
        <dsp:cNvSpPr/>
      </dsp:nvSpPr>
      <dsp:spPr>
        <a:xfrm>
          <a:off x="0" y="435558"/>
          <a:ext cx="78867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13DE9B-8DE0-CF41-B421-0F7A87548C81}">
      <dsp:nvSpPr>
        <dsp:cNvPr id="0" name=""/>
        <dsp:cNvSpPr/>
      </dsp:nvSpPr>
      <dsp:spPr>
        <a:xfrm>
          <a:off x="0" y="435558"/>
          <a:ext cx="78867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persona (username, email, </a:t>
          </a:r>
          <a:r>
            <a:rPr lang="en-US" sz="1800" kern="1200" dirty="0" err="1"/>
            <a:t>ruolo</a:t>
          </a:r>
          <a:r>
            <a:rPr lang="en-US" sz="1800" kern="1200" dirty="0"/>
            <a:t>, </a:t>
          </a:r>
          <a:r>
            <a:rPr lang="en-US" sz="1800" kern="1200" dirty="0" err="1"/>
            <a:t>data_inizio</a:t>
          </a:r>
          <a:r>
            <a:rPr lang="en-US" sz="1800" kern="1200" dirty="0"/>
            <a:t>, </a:t>
          </a:r>
          <a:r>
            <a:rPr lang="en-US" sz="1800" kern="1200" dirty="0" err="1"/>
            <a:t>data_fine</a:t>
          </a:r>
          <a:r>
            <a:rPr lang="en-US" sz="1800" kern="1200" dirty="0"/>
            <a:t>)</a:t>
          </a:r>
        </a:p>
      </dsp:txBody>
      <dsp:txXfrm>
        <a:off x="0" y="435558"/>
        <a:ext cx="7886700" cy="435027"/>
      </dsp:txXfrm>
    </dsp:sp>
    <dsp:sp modelId="{B1BD3766-8ADF-A640-B239-5BE62E6BD799}">
      <dsp:nvSpPr>
        <dsp:cNvPr id="0" name=""/>
        <dsp:cNvSpPr/>
      </dsp:nvSpPr>
      <dsp:spPr>
        <a:xfrm>
          <a:off x="0" y="870586"/>
          <a:ext cx="78867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A4C3922-83B6-794D-B7E4-94DFB7D2A045}">
      <dsp:nvSpPr>
        <dsp:cNvPr id="0" name=""/>
        <dsp:cNvSpPr/>
      </dsp:nvSpPr>
      <dsp:spPr>
        <a:xfrm>
          <a:off x="0" y="870586"/>
          <a:ext cx="78867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dipartimento (nome, descrizione)</a:t>
          </a:r>
        </a:p>
      </dsp:txBody>
      <dsp:txXfrm>
        <a:off x="0" y="870586"/>
        <a:ext cx="7886700" cy="435027"/>
      </dsp:txXfrm>
    </dsp:sp>
    <dsp:sp modelId="{BD044D79-B7D2-ED48-91A1-56832C9DD13E}">
      <dsp:nvSpPr>
        <dsp:cNvPr id="0" name=""/>
        <dsp:cNvSpPr/>
      </dsp:nvSpPr>
      <dsp:spPr>
        <a:xfrm>
          <a:off x="0" y="1305613"/>
          <a:ext cx="78867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79910FC-AA60-D44B-A0CE-237C76687B5D}">
      <dsp:nvSpPr>
        <dsp:cNvPr id="0" name=""/>
        <dsp:cNvSpPr/>
      </dsp:nvSpPr>
      <dsp:spPr>
        <a:xfrm>
          <a:off x="0" y="1305613"/>
          <a:ext cx="78867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PROGETTO</a:t>
          </a:r>
        </a:p>
      </dsp:txBody>
      <dsp:txXfrm>
        <a:off x="0" y="1305613"/>
        <a:ext cx="7886700" cy="435027"/>
      </dsp:txXfrm>
    </dsp:sp>
    <dsp:sp modelId="{227CF1AB-2DBD-3D43-A039-1C604637C3F9}">
      <dsp:nvSpPr>
        <dsp:cNvPr id="0" name=""/>
        <dsp:cNvSpPr/>
      </dsp:nvSpPr>
      <dsp:spPr>
        <a:xfrm>
          <a:off x="0" y="1740641"/>
          <a:ext cx="78867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2382BDF-25C0-C041-A233-639FEB67BBEB}">
      <dsp:nvSpPr>
        <dsp:cNvPr id="0" name=""/>
        <dsp:cNvSpPr/>
      </dsp:nvSpPr>
      <dsp:spPr>
        <a:xfrm>
          <a:off x="0" y="1740641"/>
          <a:ext cx="78867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progetto (codice, acronimo, stato, amministrativo_id, direttore_generale_id)</a:t>
          </a:r>
        </a:p>
      </dsp:txBody>
      <dsp:txXfrm>
        <a:off x="0" y="1740641"/>
        <a:ext cx="7886700" cy="435027"/>
      </dsp:txXfrm>
    </dsp:sp>
    <dsp:sp modelId="{57106AB3-09D3-6142-B050-695884CB9579}">
      <dsp:nvSpPr>
        <dsp:cNvPr id="0" name=""/>
        <dsp:cNvSpPr/>
      </dsp:nvSpPr>
      <dsp:spPr>
        <a:xfrm>
          <a:off x="0" y="2175668"/>
          <a:ext cx="78867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09087A3-F29D-F745-AFD9-B4160DC4E71E}">
      <dsp:nvSpPr>
        <dsp:cNvPr id="0" name=""/>
        <dsp:cNvSpPr/>
      </dsp:nvSpPr>
      <dsp:spPr>
        <a:xfrm>
          <a:off x="0" y="2175669"/>
          <a:ext cx="78867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configurazione_progetto (wp_count, date_inizio, date_fine, finanziamento)</a:t>
          </a:r>
        </a:p>
      </dsp:txBody>
      <dsp:txXfrm>
        <a:off x="0" y="2175669"/>
        <a:ext cx="7886700" cy="435027"/>
      </dsp:txXfrm>
    </dsp:sp>
    <dsp:sp modelId="{E52761DF-4753-0A4A-8E92-AA0E2A463B09}">
      <dsp:nvSpPr>
        <dsp:cNvPr id="0" name=""/>
        <dsp:cNvSpPr/>
      </dsp:nvSpPr>
      <dsp:spPr>
        <a:xfrm>
          <a:off x="0" y="2610696"/>
          <a:ext cx="78867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5654CDE-B7ED-5F49-B1A7-B8DB41552DBE}">
      <dsp:nvSpPr>
        <dsp:cNvPr id="0" name=""/>
        <dsp:cNvSpPr/>
      </dsp:nvSpPr>
      <dsp:spPr>
        <a:xfrm>
          <a:off x="0" y="2610696"/>
          <a:ext cx="78867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PERSONALE</a:t>
          </a:r>
        </a:p>
      </dsp:txBody>
      <dsp:txXfrm>
        <a:off x="0" y="2610696"/>
        <a:ext cx="7886700" cy="435027"/>
      </dsp:txXfrm>
    </dsp:sp>
    <dsp:sp modelId="{9E1FE9D3-87EA-D349-9136-CC11A1D4DC19}">
      <dsp:nvSpPr>
        <dsp:cNvPr id="0" name=""/>
        <dsp:cNvSpPr/>
      </dsp:nvSpPr>
      <dsp:spPr>
        <a:xfrm>
          <a:off x="0" y="3045724"/>
          <a:ext cx="78867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4A7BBE0-E5CD-8B4C-8C94-4ED1B3BCAEC9}">
      <dsp:nvSpPr>
        <dsp:cNvPr id="0" name=""/>
        <dsp:cNvSpPr/>
      </dsp:nvSpPr>
      <dsp:spPr>
        <a:xfrm>
          <a:off x="0" y="3045724"/>
          <a:ext cx="78867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allocazione (persona_id, progetto_id, ruolo, % FTE, is_pi, data_inizio, data_fine)</a:t>
          </a:r>
        </a:p>
      </dsp:txBody>
      <dsp:txXfrm>
        <a:off x="0" y="3045724"/>
        <a:ext cx="7886700" cy="435027"/>
      </dsp:txXfrm>
    </dsp:sp>
    <dsp:sp modelId="{74DEA97B-2E45-CC49-A738-83136BBE2584}">
      <dsp:nvSpPr>
        <dsp:cNvPr id="0" name=""/>
        <dsp:cNvSpPr/>
      </dsp:nvSpPr>
      <dsp:spPr>
        <a:xfrm>
          <a:off x="0" y="3480751"/>
          <a:ext cx="78867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2975CFB-3707-5A48-890D-2998C4E663E5}">
      <dsp:nvSpPr>
        <dsp:cNvPr id="0" name=""/>
        <dsp:cNvSpPr/>
      </dsp:nvSpPr>
      <dsp:spPr>
        <a:xfrm>
          <a:off x="0" y="3480751"/>
          <a:ext cx="78867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costo_orario_persona</a:t>
          </a:r>
          <a:r>
            <a:rPr lang="en-US" sz="1800" kern="1200" dirty="0"/>
            <a:t> (</a:t>
          </a:r>
          <a:r>
            <a:rPr lang="en-US" sz="1800" kern="1200" dirty="0" err="1"/>
            <a:t>persona_id</a:t>
          </a:r>
          <a:r>
            <a:rPr lang="en-US" sz="1800" kern="1200" dirty="0"/>
            <a:t>, </a:t>
          </a:r>
          <a:r>
            <a:rPr lang="en-US" sz="1800" kern="1200" dirty="0" err="1"/>
            <a:t>costo_orario</a:t>
          </a:r>
          <a:r>
            <a:rPr lang="en-US" sz="1800" kern="1200" dirty="0"/>
            <a:t>, </a:t>
          </a:r>
          <a:r>
            <a:rPr lang="en-US" sz="1800" kern="1200" dirty="0" err="1"/>
            <a:t>data_inizio</a:t>
          </a:r>
          <a:r>
            <a:rPr lang="en-US" sz="1800" kern="1200" dirty="0"/>
            <a:t>, </a:t>
          </a:r>
          <a:r>
            <a:rPr lang="en-US" sz="1800" kern="1200" dirty="0" err="1"/>
            <a:t>data_fine</a:t>
          </a:r>
          <a:r>
            <a:rPr lang="en-US" sz="1800" kern="1200" dirty="0"/>
            <a:t>)</a:t>
          </a:r>
        </a:p>
      </dsp:txBody>
      <dsp:txXfrm>
        <a:off x="0" y="3480751"/>
        <a:ext cx="7886700" cy="435027"/>
      </dsp:txXfrm>
    </dsp:sp>
    <dsp:sp modelId="{E4D1D2F8-394B-3144-99BF-CA3452BFE818}">
      <dsp:nvSpPr>
        <dsp:cNvPr id="0" name=""/>
        <dsp:cNvSpPr/>
      </dsp:nvSpPr>
      <dsp:spPr>
        <a:xfrm>
          <a:off x="0" y="3915779"/>
          <a:ext cx="78867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06CF8D5-1F74-784B-B57F-140C6900EBB3}">
      <dsp:nvSpPr>
        <dsp:cNvPr id="0" name=""/>
        <dsp:cNvSpPr/>
      </dsp:nvSpPr>
      <dsp:spPr>
        <a:xfrm>
          <a:off x="0" y="3915779"/>
          <a:ext cx="78867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monte_ore_annuale (persona_id, anno, ore_disponibili)</a:t>
          </a:r>
        </a:p>
      </dsp:txBody>
      <dsp:txXfrm>
        <a:off x="0" y="3915779"/>
        <a:ext cx="7886700" cy="4350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92281" y="841664"/>
            <a:ext cx="3655995" cy="515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Gestionale Ricerca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01015" y="841664"/>
            <a:ext cx="3650704" cy="515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Sistema Completo di Gestione Progetti e Risorse</a:t>
            </a:r>
            <a:b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Documentazione Tecnica e Funzionale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89788" y="841248"/>
            <a:ext cx="3847200" cy="534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2980B9"/>
                </a:solidFill>
              </a:defRPr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Indice dei Contenuti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8307" y="841247"/>
            <a:ext cx="3363402" cy="534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1. Architettura del Sistema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2. Modulo Progetti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3. Modulo Personale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4. Modulo Timesheet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5. Modulo Spesa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6. Modulo Rimborsi Spesa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7. Modulo Autorizzazioni Spesa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8. Modulo SAL (Stato Avanzamento Lavori)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9. Modulo Budget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10. Ruoli e Permessi Dettagliati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11. Sistema Notifiche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12. Documenti e Upload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13. Dashboard e Reporting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14. Sicurezza e Autenticazione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15. API Endpoints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16. Troubleshooting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89788" y="841248"/>
            <a:ext cx="3847200" cy="534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2980B9"/>
                </a:solidFill>
              </a:defRPr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Architettura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8307" y="841247"/>
            <a:ext cx="3363402" cy="534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STACK TECNOLOGICO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Backend: FastAPI + SQLAlchemy ORM + PostgreSQL 16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Frontend: React 18 + TypeScript + Ant Design 5 + React Query v5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Deployment: Docker Compose (6 container)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endParaRPr lang="en-US" sz="160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COMPONENTI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🔵 backend-1: API REST FastAPI (porta 8000)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⚛️  frontend-1: React SPA (porta 80 via nginx)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🐘 db-1: PostgreSQL 16 database (porta 5432)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🔄 backup-1: Backup automatico database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💻 missioni-1: App missioni legacy (porta 8001)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/>
            </a:pPr>
            <a:r>
              <a:rPr lang="en-US" sz="1600">
                <a:solidFill>
                  <a:schemeClr val="tx2"/>
                </a:solidFill>
              </a:rPr>
              <a:t>🌐 nginx: Reverse proxy (porta 80)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F693D1-2207-CCD3-EF3B-E8944990EC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070" r="19394" b="102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5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2980B9"/>
                </a:solidFill>
              </a:defRPr>
            </a:pPr>
            <a:r>
              <a:rPr lang="en-US" sz="4400">
                <a:latin typeface="+mj-lt"/>
                <a:ea typeface="+mj-ea"/>
                <a:cs typeface="+mj-cs"/>
              </a:rPr>
              <a:t>Schema Database - Entità Principali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82A3C16-262E-D681-3712-6C6DBC0609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225431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Schema Database - Operazioni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TIMESHEET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timesheet (persona_id, progetto_id, settimana, ore, stato, firma_pi, firma_di)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riga_timesheet (timesheet_id, giorno, ore, wp_id)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SPESA E RIMBORSI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spesa (persona_id, progetto_id, importo, categoria, data, stato)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rimborso_spesa (persona_id, progetto_id, importo, data_richiesta, stato)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autorizzazione_spesa (persona_id, progetto_id, importo, wp_id, stato_approvazione)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SAL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sal (progetto_id, numero, stato, data_invio, data_scadenza_rendiconto)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Schema Database - Budget e Notifiche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BUDGET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budget (progetto_id, wp_id, voce_costo, importo_allocato, importo_disponibile)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voce_costo (nome, categoria, descrizione, usabile)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allocazione_budget (progetto_id, wp_id, voce_costo, importo, step_temporale)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NOTIFICHE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notifica (persona_id, tipo, titolo, messaggio, link, letta, richiede_azione,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  urgente, created_at, riferimento_id)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DOCUMENTI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documento (progetto_id, nome, percorso, data_upload, uploadato_da)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Progetti -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FUNZIONALITÀ PRINCIPALI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Creazione progetti (solo superadmin)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Configurazione: WP (work package), date, finanziamento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Attivazione progetti (admin/superadmin)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Chiusura progetti (admin/superadmin)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Gestione amministratori (assegnazione amministrativo_id)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Visualizzazione cruscotto con metriche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DATI ESSENZIALI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Codice univoco + Acronimo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Direttore generale (firma finale)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Data inizio/fine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Finanziamento tipo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Numero WP (1-5 tipicamente)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Progetti - Configurazione WP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WORK PACKAGE (WP)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Suddivisione logica del progetto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Ogni WP ha: numero, descrizione, % allocazione ore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WP collega timesheet, spese e autorizzazioni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CONFIGURAZIONE BUDGET PER WP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Allocazione voci costo per WP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Definizione importi per voce e WP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Disponibilità budget monitorato in tempo reale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STATO PROGETTO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In fase di setup → Attivo → Chiuso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Transizioni verificate per permessi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Personale - Gestione Persone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CREAZIONE PERSONA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📋 Dati: nome, cognome, email, username (nome.cognome)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📋 Ruolo iniziale (ricercatore, direttore, monitor, ecc.)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📋 Data inizio/fine contratto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📋 Dipartimento di afferenza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GESTIONE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Modifica dati (solo admin/superadmin su altri)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Disattivazione (end-date storico)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Reset password (solo superadmin, per utenti)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Cambio password (utente per se stesso)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PERMESSI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SUPERADMIN: accesso completo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AMMINISTRATIVO: modifica personale per proprio progetto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Personale - Costi Orari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COSTO ORARIO PERSONA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💰 Tariffazione per persona + data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💰 Usato per calcoli rimborsi e budget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💰 Valido dal data_inizio al data_fine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GESTIONE COSTI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Inserimento per persona (admin/superadmin)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NUOVO: Modifica costo orario e motivazione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NUOVO: Eliminazione voci obsolete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Storico non eliminato (soft delete concept)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UTILIZZI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Calcolo rimborso spesa = ore * costo_orario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Planning budget per WP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Tracking costo reale vs budget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Personale - Allocazioni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ALLOCAZIONE PERSONA A PROGETTO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🔗 Assegnazione persona + ruolo + % FTE al progetto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🔗 Periodi: data_inizio, data_fine (gestione timeline)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🔗 Ruolo: ricercatore, PI (Principal Investigator), direttore, ecc.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IDENTIFICAZIONE PI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PI determinato da: allocazione.is_pi = True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PI ha permesso di firmare timesheet (firma 1°)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Solo 1 PI per progetto idealmente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FTE (Full Time Equivalent)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100% = full time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50% = part time su quel progetto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Usato per calcoli ore disponibili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Personale - Monte Ore Annuale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MONTE ORE ANNUALE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📅 Ore disponibili per persona per anno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📅 Base: 1720 ore/anno (standard)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📅 Modifiabile dall'admin per esigenze specifiche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UTILIZZO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Limite massimo ore compilabili in timesheet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Consumo tracciato per anno solare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Alert se prossimo al limite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Ripristino automatico gennaio anno successivo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GESTIONE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Visualizzazione consumo per persona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Modifica admin (riduzione per assenza, ecc.)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Timesheet - Compilazione e Struttura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TIMESHEET SETTIMANALE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⏱️  Compilazione per settimana (lunedì-domenica)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⏱️  Per ogni giorno: selezione ore + WP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⏱️  Totale giorno max = 8 ore, totale settimana = 40 ore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DATI TIMESHEET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Persona + Progetto + Settimana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Stato: draft → inviato → approvato → firmato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Firma 1° (PI): verifica ore e allocazione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Firma 2° (Dir. Istituto): firma definitiva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VALIDAZIONI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Non superare monte ore annuale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Non modificare settimane chiuse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WP deve appartenere al progetto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Timesheet - Flusso Approvazione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FLUSSO COMPLETO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1️⃣  RICERCATORE compila ore per settimana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2️⃣  Invia timesheet a sistema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3️⃣  PI (Principal Investigator) riceve notifica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4️⃣  PI verifica e firma (firma 1° = OK tecnico)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5️⃣  Dir. Istituto riceve notifica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6️⃣  Dir. Istituto firma (firma 2° = OK definitivo)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7️⃣  Timesheet approvato → storico locked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PERMESSI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ricercatore: compila propri timesheet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ricercatore (PI): firma timesheet ricercatori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amministrativo: firma 2° (Dir. Istituto role)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Spesa - Registrazione e Categorie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REGISTRAZIONE SPESA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💸 Ricercatore registra spesa con: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  • Importo, categoria, data, descrizione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  • WP afferente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  • Allegato/documentazione (ricevuta)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CATEGORIE SPESA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Trasporti (voli, treni, taxi)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Vitto e alloggio (hotel, meals)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Equipaggiamento (strumenti, software)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Consulenze esterne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Servizi (stampa, traduzione)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Altro (da descrivere)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STATO SPESA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draft → inviata → autorizzata → pagata → archiviata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Spesa - Flusso Autorizzazione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FLUSSO APPROVAZIONE SPESA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1️⃣  RICERCATORE registra spesa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2️⃣  AMMINISTRATIVO riceve notifica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3️⃣  AMMINISTRATIVO approva/rifiuta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   → se OK: passa a pagamento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   → se KO: torna a ricercatore con motivazione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PERMESSI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ricercatore: registra spese proprie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amministrativo: autorizza per proprio progetto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superadmin: autorizza per tutti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CANCELLAZIONE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Ricercatore: solo draft (non inviata)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Amministrativo: da draft a autorizzata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Rimborsi Spesa - Richiesta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RIMBORSO SPESA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💵 Ricercatore crea rimborso per spesa personale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💵 Causali: trasferta, evento, equipaggiamento proprio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💵 Importo: inserito manualmente o calcolato (ore * costo_orario)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DATI RIMBORSO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Persona + Progetto + Importo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Descrizione spesa + data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Eventualmente legato a spesa registrata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Documentazione allegata (ricevute)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STATO INIZIALE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draft → inviato (attende autorizzazione)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Rimborsi Spesa - Flusso Approvazione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FLUSSO 5 STEP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1️⃣  RICERCATORE invia rimborso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2️⃣  AMMINISTRATIVO verifica e autorizza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3️⃣  RESPONSABILE SCIENTIFICO (RS) approva merito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4️⃣  DIRETTORE DIPARTIMENTO autorizza budget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5️⃣  DIRETTORE GENERALE firma e erogazione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NOTIFICHE AD OGNI STEP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🔔 Notifica a ogni persona per azione richiesta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🔔 Rimane visible finché non completato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🔔 Alert urgente se in scadenza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RIFIUTO INTERMEDIO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→ Rimborso torna a ricercatore con motivazione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Autorizzazioni Spesa -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RICHIESTA AUTORIZZAZIONE SPESA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🔐 Ricercatore richiede autorizzazione per spesa programmata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🔐 Prima di sostenere la spesa (a differenza rimborso)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🔐 Utile per: acquisti, equipaggiamento, servizi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DATI AUTORIZZAZIONE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Persona + Progetto + Importo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Descrizione spesa + motivazione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WP afferente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Budget disponibile verificato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STATO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draft → inviata → autorizzata → in erogazione → erogata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Autorizzazioni Spesa - Flusso 4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FLUSSO APPROVAZIONE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1️⃣  RICERCATORE invia richiesta autorizzazione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2️⃣  AMMINISTRATIVO verifica budget e autorizza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3️⃣  RESPONSABILE SCIENTIFICO approva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4️⃣  DIRETTORE GENERALE firma autorizzazione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INTEGRAZIONE BUDGET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Sistema verifica budget disponibile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Decrementa automaticamente se autorizzato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Alert se budget insufficiente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DIFFERENZA DA RIMBORSO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AUTORIZZAZIONE: pre-approval, blocca budget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RIMBORSO: post-facto, rimborsa importo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SAL - Creazione e Invio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SAL (Stato Avanzamento Lavori)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📊 Rendicontazione progressiva del progetto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📊 Suddiviso per WP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📊 Traccia: ore, spese, deliverable per periodo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CREAZIONE SAL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Amministrativo crea SAL (numero sequenziale)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Periodo: data_inizio - data_fine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Compila dati per WP (ore erogate, % avanzamento)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Allegati: documenti, relazioni, evidence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STATO INIZIALE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draft → invio → contesto (eventuale) → rendicontato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SAL - Flusso Autorizzazione e Erogazione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FLUSSO SAL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1️⃣  AMMINISTRATIVO crea e invia SAL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2️⃣  RESPONSABILE SCIENTIFICO verifica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3️⃣  DIRETTORE DIPARTIMENTO autorizza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4️⃣  DIRETTORE GENERALE approva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5️⃣  Sistema genera EROGAZIONE automatica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CONTESTAZIONE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RS/Dir. Dip: contesta SAL se non conforme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Torna a admin con motivazione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Admin modifica e ri-invia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SCADENZE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🔔 Notifica urgente se scadenza &lt; 7 giorni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SAL - Dati Rendicontati per WP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PER OGNI WP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Ore rendicontate (da timesheet)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Spese sostenute (da rimborsi approvati)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% Avanzamento lavori (manuale)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Deliverable completati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Rischi e mitigazioni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Prossimi step programmati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CALCOLI AUTOMATICI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Ore totali dal timesheet storico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Importi da rimborsi + autorizzazioni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Rapporto vs budget allocato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ALLEGATI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📎 Relazione tecnica per WP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📎 Report spese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📎 Evidence (foto, documenti)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Budget - Gestione e Allocazione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VOCI DI COSTO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💳 Catalogo voci: Personale, Equipaggiamento, Servizi, Missioni, Altro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💳 Abilitazione per progetto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💳 Descrizione e categoria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ALLOCAZIONE A PROGETTO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Importo totale per voce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Sub-allocazione per WP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Distribuzione temporale (step)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Traccia consumo vs allocato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MODIFICA VOCI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Admin: modifica importi (se disponibilità)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Inserimento voce inline in allocazione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Vincoli: non scendere sotto 0, non superare totale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Budget - Monitoraggio e Avanzamento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DASHBOARD BUDGET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📈 Visualizzazione real-time per WP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📈 Grafico allocato vs consumato vs disponibile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📈 Alert se consumo &gt; 80% allocato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CONSUMO TRACCIATO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Rimborsi approvati detraggono budget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Autorizzazioni blocca budget (reserve)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SAL rendicontate consolidano consumo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RAPPORTI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📊 Export budget vs consuntivo per WP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📊 Forecast completamento base consumo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📊 Identificazione rischi budget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Ruoli - SUPERADMIN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Permessi Principali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/>
            </a:pPr>
            <a:r>
              <a:t>👑 Accesso totale a tutte le funzioni</a:t>
            </a:r>
          </a:p>
          <a:p>
            <a:pPr>
              <a:spcBef>
                <a:spcPts val="400"/>
              </a:spcBef>
              <a:defRPr sz="1100"/>
            </a:pPr>
            <a:r>
              <a:t>👑 Gestione utenti (crea, modifica, rimuove)</a:t>
            </a:r>
          </a:p>
          <a:p>
            <a:pPr>
              <a:spcBef>
                <a:spcPts val="400"/>
              </a:spcBef>
              <a:defRPr sz="1100"/>
            </a:pPr>
            <a:r>
              <a:t>👑 Reset password utenti</a:t>
            </a:r>
          </a:p>
          <a:p>
            <a:pPr>
              <a:spcBef>
                <a:spcPts val="400"/>
              </a:spcBef>
              <a:defRPr sz="1100"/>
            </a:pPr>
            <a:r>
              <a:t>👑 Creazione progetti</a:t>
            </a:r>
          </a:p>
          <a:p>
            <a:pPr>
              <a:spcBef>
                <a:spcPts val="400"/>
              </a:spcBef>
              <a:defRPr sz="1100"/>
            </a:pPr>
            <a:r>
              <a:t>👑 Gestione dipartimenti</a:t>
            </a:r>
          </a:p>
          <a:p>
            <a:pPr>
              <a:spcBef>
                <a:spcPts val="400"/>
              </a:spcBef>
              <a:defRPr sz="1100"/>
            </a:pPr>
            <a:r>
              <a:t>👑 Override autorizzazioni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Funzioni Specifiche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/>
            </a:pPr>
            <a:r>
              <a:t>• Login: accesso illimitato</a:t>
            </a:r>
          </a:p>
          <a:p>
            <a:pPr>
              <a:spcBef>
                <a:spcPts val="400"/>
              </a:spcBef>
              <a:defRPr sz="1100"/>
            </a:pPr>
            <a:r>
              <a:t>• Progetto: crea, attiva, chiude tutti</a:t>
            </a:r>
          </a:p>
          <a:p>
            <a:pPr>
              <a:spcBef>
                <a:spcPts val="400"/>
              </a:spcBef>
              <a:defRPr sz="1100"/>
            </a:pPr>
            <a:r>
              <a:t>• Personale: gestisci tutti utenti</a:t>
            </a:r>
          </a:p>
          <a:p>
            <a:pPr>
              <a:spcBef>
                <a:spcPts val="400"/>
              </a:spcBef>
              <a:defRPr sz="1100"/>
            </a:pPr>
            <a:r>
              <a:t>• Budget: modifica importi</a:t>
            </a:r>
          </a:p>
          <a:p>
            <a:pPr>
              <a:spcBef>
                <a:spcPts val="400"/>
              </a:spcBef>
              <a:defRPr sz="1100"/>
            </a:pPr>
            <a:r>
              <a:t>• Approvazioni: firma qualsiasi step</a:t>
            </a:r>
          </a:p>
          <a:p>
            <a:pPr>
              <a:spcBef>
                <a:spcPts val="400"/>
              </a:spcBef>
              <a:defRPr sz="1100"/>
            </a:pPr>
            <a:r>
              <a:t>• Report: esporta tutti dati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Ruoli - AMMINISTRATIVO (Project 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Permessi Principali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/>
            </a:pPr>
            <a:r>
              <a:t>📊 Gestione progetto assegnato</a:t>
            </a:r>
          </a:p>
          <a:p>
            <a:pPr>
              <a:spcBef>
                <a:spcPts val="400"/>
              </a:spcBef>
              <a:defRPr sz="1100"/>
            </a:pPr>
            <a:r>
              <a:t>📊 Gestione personale progetto</a:t>
            </a:r>
          </a:p>
          <a:p>
            <a:pPr>
              <a:spcBef>
                <a:spcPts val="400"/>
              </a:spcBef>
              <a:defRPr sz="1100"/>
            </a:pPr>
            <a:r>
              <a:t>📊 Configurazione budget</a:t>
            </a:r>
          </a:p>
          <a:p>
            <a:pPr>
              <a:spcBef>
                <a:spcPts val="400"/>
              </a:spcBef>
              <a:defRPr sz="1100"/>
            </a:pPr>
            <a:r>
              <a:t>📊 Autorizzazione spese</a:t>
            </a:r>
          </a:p>
          <a:p>
            <a:pPr>
              <a:spcBef>
                <a:spcPts val="400"/>
              </a:spcBef>
              <a:defRPr sz="1100"/>
            </a:pPr>
            <a:r>
              <a:t>📊 Creazione SAL</a:t>
            </a:r>
          </a:p>
          <a:p>
            <a:pPr>
              <a:spcBef>
                <a:spcPts val="400"/>
              </a:spcBef>
              <a:defRPr sz="1100"/>
            </a:pPr>
            <a:r>
              <a:t>📊 Approvazione 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Funzioni Specifiche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/>
            </a:pPr>
            <a:r>
              <a:t>• Progetto: attiva, chiude, modifica config</a:t>
            </a:r>
          </a:p>
          <a:p>
            <a:pPr>
              <a:spcBef>
                <a:spcPts val="400"/>
              </a:spcBef>
              <a:defRPr sz="1100"/>
            </a:pPr>
            <a:r>
              <a:t>• Personale: aggiungi, modifica, rimuovi</a:t>
            </a:r>
          </a:p>
          <a:p>
            <a:pPr>
              <a:spcBef>
                <a:spcPts val="400"/>
              </a:spcBef>
              <a:defRPr sz="1100"/>
            </a:pPr>
            <a:r>
              <a:t>• Costi: gestisci costi orari + monte ore</a:t>
            </a:r>
          </a:p>
          <a:p>
            <a:pPr>
              <a:spcBef>
                <a:spcPts val="400"/>
              </a:spcBef>
              <a:defRPr sz="1100"/>
            </a:pPr>
            <a:r>
              <a:t>• Budget: alloca per WP</a:t>
            </a:r>
          </a:p>
          <a:p>
            <a:pPr>
              <a:spcBef>
                <a:spcPts val="400"/>
              </a:spcBef>
              <a:defRPr sz="1100"/>
            </a:pPr>
            <a:r>
              <a:t>• Spesa: autorizza 1° livello</a:t>
            </a:r>
          </a:p>
          <a:p>
            <a:pPr>
              <a:spcBef>
                <a:spcPts val="400"/>
              </a:spcBef>
              <a:defRPr sz="1100"/>
            </a:pPr>
            <a:r>
              <a:t>• Visualizza: solo proprio progetto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Ruoli - RICERCATORE e 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Ricercatore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/>
            </a:pPr>
            <a:r>
              <a:t>👨‍🔬 Compila timesheet</a:t>
            </a:r>
          </a:p>
          <a:p>
            <a:pPr>
              <a:spcBef>
                <a:spcPts val="400"/>
              </a:spcBef>
              <a:defRPr sz="1100"/>
            </a:pPr>
            <a:r>
              <a:t>👨‍🔬 Registra spese</a:t>
            </a:r>
          </a:p>
          <a:p>
            <a:pPr>
              <a:spcBef>
                <a:spcPts val="400"/>
              </a:spcBef>
              <a:defRPr sz="1100"/>
            </a:pPr>
            <a:r>
              <a:t>👨‍🔬 Richiede rimborsi</a:t>
            </a:r>
          </a:p>
          <a:p>
            <a:pPr>
              <a:spcBef>
                <a:spcPts val="400"/>
              </a:spcBef>
              <a:defRPr sz="1100"/>
            </a:pPr>
            <a:r>
              <a:t>👨‍🔬 Richiede autorizzazioni</a:t>
            </a:r>
          </a:p>
          <a:p>
            <a:pPr>
              <a:spcBef>
                <a:spcPts val="400"/>
              </a:spcBef>
              <a:defRPr sz="1100"/>
            </a:pPr>
            <a:r>
              <a:t>👨‍🔬 Visualizza proprio progetto</a:t>
            </a:r>
          </a:p>
          <a:p>
            <a:pPr>
              <a:spcBef>
                <a:spcPts val="400"/>
              </a:spcBef>
              <a:defRPr sz="1100"/>
            </a:pPr>
            <a:r>
              <a:t>👨‍🔬 Carica documenti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PI (Principal Investigator)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/>
            </a:pPr>
            <a:r>
              <a:t>• Tutti diritti ricercatore</a:t>
            </a:r>
          </a:p>
          <a:p>
            <a:pPr>
              <a:spcBef>
                <a:spcPts val="400"/>
              </a:spcBef>
              <a:defRPr sz="1100"/>
            </a:pPr>
            <a:r>
              <a:t>• Firma timesheet (firma 1°)</a:t>
            </a:r>
          </a:p>
          <a:p>
            <a:pPr>
              <a:spcBef>
                <a:spcPts val="400"/>
              </a:spcBef>
              <a:defRPr sz="1100"/>
            </a:pPr>
            <a:r>
              <a:t>• Approva ore team</a:t>
            </a:r>
          </a:p>
          <a:p>
            <a:pPr>
              <a:spcBef>
                <a:spcPts val="400"/>
              </a:spcBef>
              <a:defRPr sz="1100"/>
            </a:pPr>
            <a:r>
              <a:t>• Riceve notifiche approvazione</a:t>
            </a:r>
          </a:p>
          <a:p>
            <a:pPr>
              <a:spcBef>
                <a:spcPts val="400"/>
              </a:spcBef>
              <a:defRPr sz="1100"/>
            </a:pPr>
            <a:r>
              <a:t>• Accesso report timesheet</a:t>
            </a:r>
          </a:p>
          <a:p>
            <a:pPr>
              <a:spcBef>
                <a:spcPts val="400"/>
              </a:spcBef>
              <a:defRPr sz="1100"/>
            </a:pPr>
            <a:r>
              <a:t>• Validazione ore per WP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Ruoli - DIRETTORE GENERALE e 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Direttore Generale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/>
            </a:pPr>
            <a:r>
              <a:t>🎓 Firma 2° timesheet</a:t>
            </a:r>
          </a:p>
          <a:p>
            <a:pPr>
              <a:spcBef>
                <a:spcPts val="400"/>
              </a:spcBef>
              <a:defRPr sz="1100"/>
            </a:pPr>
            <a:r>
              <a:t>🎓 Approva rimborsi (step 5)</a:t>
            </a:r>
          </a:p>
          <a:p>
            <a:pPr>
              <a:spcBef>
                <a:spcPts val="400"/>
              </a:spcBef>
              <a:defRPr sz="1100"/>
            </a:pPr>
            <a:r>
              <a:t>🎓 Approva autorizzazioni (step 4)</a:t>
            </a:r>
          </a:p>
          <a:p>
            <a:pPr>
              <a:spcBef>
                <a:spcPts val="400"/>
              </a:spcBef>
              <a:defRPr sz="1100"/>
            </a:pPr>
            <a:r>
              <a:t>🎓 Approva SAL (step 4)</a:t>
            </a:r>
          </a:p>
          <a:p>
            <a:pPr>
              <a:spcBef>
                <a:spcPts val="400"/>
              </a:spcBef>
              <a:defRPr sz="1100"/>
            </a:pPr>
            <a:r>
              <a:t>🎓 Autorizza erogazioni</a:t>
            </a:r>
          </a:p>
          <a:p>
            <a:pPr>
              <a:spcBef>
                <a:spcPts val="400"/>
              </a:spcBef>
              <a:defRPr sz="1100"/>
            </a:pPr>
            <a:r>
              <a:t>🎓 Visualizza tutti progetti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Resp. Scientifico (RS)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/>
            </a:pPr>
            <a:r>
              <a:t>• Approva rimborsi (step 3)</a:t>
            </a:r>
          </a:p>
          <a:p>
            <a:pPr>
              <a:spcBef>
                <a:spcPts val="400"/>
              </a:spcBef>
              <a:defRPr sz="1100"/>
            </a:pPr>
            <a:r>
              <a:t>• Approva autorizzazioni (step 2)</a:t>
            </a:r>
          </a:p>
          <a:p>
            <a:pPr>
              <a:spcBef>
                <a:spcPts val="400"/>
              </a:spcBef>
              <a:defRPr sz="1100"/>
            </a:pPr>
            <a:r>
              <a:t>• Verifica SAL (step 2)</a:t>
            </a:r>
          </a:p>
          <a:p>
            <a:pPr>
              <a:spcBef>
                <a:spcPts val="400"/>
              </a:spcBef>
              <a:defRPr sz="1100"/>
            </a:pPr>
            <a:r>
              <a:t>• Contesta rendicontazioni</a:t>
            </a:r>
          </a:p>
          <a:p>
            <a:pPr>
              <a:spcBef>
                <a:spcPts val="400"/>
              </a:spcBef>
              <a:defRPr sz="1100"/>
            </a:pPr>
            <a:r>
              <a:t>• Visualizza progetti afferenti</a:t>
            </a:r>
          </a:p>
          <a:p>
            <a:pPr>
              <a:spcBef>
                <a:spcPts val="400"/>
              </a:spcBef>
              <a:defRPr sz="1100"/>
            </a:pPr>
            <a:r>
              <a:t>• Report avanzamento scientifico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Ruoli - MONITOR e DIR. ISTITUTO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MONITOR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📊 Accesso lettura-sola a: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   • Timesheet di tutti i progett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   • SAL e rendicontazioni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   • Budget per progetto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   • Report analitici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NO: modifica, approvazione, accesso dati sensibili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DIRETTORE ISTITUTO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🏢 Firma 2° timesheet (alternativa Dir. Gen.)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🏢 Approva per aspetti amministrativi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🏢 Visualizza timesheet team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🏢 Accesso report paga/costi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Sistema Notifiche - Architettura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MODELLO NOTIFICHE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🔔 Creazione automatica su azioni chiave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🔔 Persistent in DB (non volatile)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🔔 Filtro intelligente per ruolo destinatario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CAMPI CHIAVE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tipo: categoria (approva, invia, contesta, ecc.)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titolo: oggetto breve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messaggio: dettagli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link: rimando diretto documento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letta: flag lettura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richiede_azione: flag azione pending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urgente: flag urgenza (scadenza SAL)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created_at: timestamp creazione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Sistema Notifiche - Ciclo di Vita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CREAZIONE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1. Sistema genera notifica su evento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2. Salva in DB con letta=false, richiede_azione=true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3. Frontend riceve e mostra badge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VISUALIZZAZIONE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Filtro: letta=false OR richiede_azione=true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Rimangono visibili anche dopo lettura se azione pending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Ordinamento: ultimissime first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COMPLETAMENTO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Quando azione completata: segna_lette_per_link()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Imposta: letta=true AND richiede_azione=false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Notifica scompare dal filtro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Sistema Notifiche - Tipi e Trigger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TIMESHEET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invia_timesheet → PI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firma1_richiesta → PI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firma2_richiesta → Dir. Istituto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approvato → Ricercatore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SPESE E RIMBORSI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rimborso_inviato → Admin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rimborso_approva_[step] → prossimo approver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rimborso_erogato → Ricercatore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rimborso_rifiutato → Ricercatore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SAL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sal_scadenza → Admin (&lt; 30 giorni)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sal_inviato → RS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sal_erogato → Admin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Sistema Notifiche - Urgenza e Scadenza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FLAG URGENTE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⚠️  Attivato per notifiche SAL scadenza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⚠️  Condizione: data_scadenza_rendiconto &lt;= 7 giorni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⚠️  Visualizzazione: badge rosso, top priority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SCADENZE MONITORATE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📅 SAL rendiconto: notifica 30gg prima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📅 Aumenta urgenza: 7gg prima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📅 Calcolo: (scadenza - oggi).days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AZIONI NOTIFICA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Segna letta: solo per notifiche letture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Click link: vai direttamente al documento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Segna tutte lette: solo non-action pending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Modulo Documenti - Upload e Gestione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UPLOAD DOCUMENTI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📎 Ricercatore/Admin: carica file per progetto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📎 Tipi supportati: PDF, Word, Excel, immagini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📎 Limiti: max 10MB per file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TRACCIAMENTO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Nome file + data upload + uploadato_da (persona)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Categorizzazione: relazione, spese, evidence, altro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Visibilità: per ruolo (admin full access)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UTILIZZO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Allegato SAL rendicontazioni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Supporto rimborsi (ricevute)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Evidence WP completati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Repository centralizzato progetto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Dashboard - Cruscotto Progetto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METRICHE VISUALIZZATE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📊 Ore: totale allocate, consumate, % avanzamento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📊 Budget: allocato, consumato, disponibile, % utilizzo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📊 Timesheet: approvati, pending, da fare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📊 Rimborsi: totale, approvati, in corso, rifiutati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📊 SAL: numero, stato ultimo, scadenza prossimo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FILTRI E SORTER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Per WP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Per periodo (mese, trimestre, anno)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Per persona (admin view)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Export CSV/Excel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Reporting e Export Dati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REPORT DISPONIBILI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📈 Timesheet consolidato (ore per WP, per persona)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📈 Budget vs consuntivo per progetto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📈 Spese per categoria e periodo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📈 SAL rendicontate (tutti WP, periodi)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📈 Costi personale (ore * costo_orario)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EXPORT FORMATI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📥 CSV: per analisi in Excel/Sheets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📥 PDF: per report formali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📥 Excel: con formule e pivot table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PERMESSI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Admin: proprio progetto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Dir. Gen: tutti progetti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• Monitor: tutti (lettura-sola)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Sicurezza - Autenticazione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LOGIN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🔐 Username: formato nome.cognome (es. giuseppe.depietro)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🔐 Password: criteri sicurezza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   - Lunghezza min 8 caratteri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   - 1 maiuscola, 1 minuscola, 1 numero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   - 1 carattere speciale (!@#$%)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JWT TOKEN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Generato al login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Scadenza: 480 minuti (8 ore)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Refresh token per sessione prolungata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Incluso ruolo e persona_id nel payload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SESSION HANDLING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Token in localStorage (client)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Logout: cancella token e database session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Sicurezza - RBAC e Autorizzazione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RBAC (Role-Based Access Control)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🔒 Ogni endpoint verifica ruolo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🔒 Permessi: lista di azioni per ruolo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🔒 Azione es: 'progetto:crea', 'personale:gestisci'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FRONTEND GUARD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RbacGuard component per UI condizionale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Nasconde pulsanti se ruolo non permesso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Previene tentativo API non autorizzato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BACKEND VALIDATION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Decorator @solo_amministrativo, @tutti_i_ruoli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Verifica ruolo + accesso dati per progetto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Ritorna 403 Forbidden se non autorizzato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Sicurezza - Validazione e Protezione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INPUT VALIDATION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✅ Schema Pydantic per tutti endpoint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✅ Validazione lunghezza stringhe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✅ Validazione numeri (range, positività)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✅ Validazione date (logica, no future)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SQL INJECTION PREVENTION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✅ SQLAlchemy ORM (no raw SQL)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✅ Parametrized queries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✅ Input escaping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XSS PREVENTION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✅ React auto-escape in render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✅ DOMPurify per HTML risk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✅ No dangerouslySetInnerHTML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API Endpoints - Autenticazione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POST /api/v1/auth/login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Request: {username, password}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{access_token, token_type, user_id, ruolo}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POST /api/v1/auth/logout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Request: (token in header)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{ok: true}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POST /api/v1/auth/refresh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Request: {refresh_token}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{access_token}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PATCH /api/v1/persone/{id}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Request: {password, ...altri campi}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{id, username, email, ...}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API Endpoints - Progetti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GET /api/v1/progetti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Query: ?attivo=true, ?search=..., ?page_size=50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{data: [progetti], meta: {totale}}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POST /api/v1/progetti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Body: {codice, acronimo, direttore_generale_id, ...}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{id, codice, ...}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PATCH /api/v1/progetti/{id}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Body: {stato, configurazione, ...}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{id, stato, ...}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GET /api/v1/progetti/{id}/cruscotto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{metriche: {ore, budget, timesheet, ...}}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API Endpoints - Notifiche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GET /api/v1/notifiche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{data: [notifiche], meta: {totale}}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Filter: letta=false OR richiede_azione=true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POST /api/v1/notifiche/{id}/letta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Body: {}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{ok: true}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POST /api/v1/notifiche/leggi-tutte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Body: {}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Effetto: letta=true, richiede_azione=false per tutte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GET /api/v1/sal-notifiche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{data: [notifiche SAL], meta: {}}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API Endpoints - Timesheet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GET /api/v1/progetti/{id}/timesheet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Query: ?settimana=2026-W01, ?persona_id=...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{data: [timesheet]}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POST /api/v1/timesheet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Body: {progetto_id, settimana, ore_per_giorno, wp_id}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{id, stato: 'draft'}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PATCH /api/v1/timesheet/{id}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Body: {ore_per_giorno, wp_id}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{id, ...aggiornato}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POST /api/v1/timesheet/{id}/invia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Body: {}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Effetto: stato → 'inviato', notifica PI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API Endpoints - Personale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GET /api/v1/persone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Query: ?attivo=true, ?search=..., ?ruolo=...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{data: [persone], meta: {totale}}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POST /api/v1/persone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Body: {nome, cognome, email, username, ruolo, dipartimento_id}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{id, username, ...}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POST /api/v1/persone/{id}/costi-orari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Body: {costo_orario, data_inizio, data_fine, motivazione}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{id, costo_orario, ...}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PATCH /api/v1/persone/{id}/costi-orari/{costo_id}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Body: {costo_orario, motivazione}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Response: {id, ...aggiornato}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Troubleshooting - Errori Comuni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401 UNAUTHORIZED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Causa: Token scaduto o mancante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Soluzione: Logout e login di nuovo, verifica token in header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403 FORBIDDEN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Causa: Ruolo non ha permessi per 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Soluzione: Contatta admin per upgrade ruolo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404 NOT FOUND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Causa: Risorsa non esiste o URL sbagliato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Soluzione: Verifica ID risorsa, controlla routing API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500 INTERNAL SERVER ERROR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Causa: Errore backend (bug, DB down, ecc.)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Soluzione: Controlla log backend, contatta support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Troubleshooting - Performance e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NOTIFICHE SCOMPAIONO DOPO 'SEGNA TUTTE LETTE'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FISSO: invalidateQueries() forzoa refetch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Non usa più optimistic update (era buggy)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ROUTER CONFLICT /notifiche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FISSO: sal.py renamed endpoint a /sal-notifiche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Evita shadowing di notifiche.py /notifiche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COSTI ORARI NON MODIFICABILI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FISSO: aggiunto PATCH e DELETE endpoint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Frontend: buttons edit/delete con modals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PASSWORD RESET: SOLO SUPERADMIN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FISSO: RBAC guard + messaggio UIchiaro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Best Practices -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BACKEND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Usa SQLAlchemy ORM (no raw SQL)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Validate input con Pydantic schemas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Usa dependency injection (Depends)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Logging per debug (logger.info/error)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Test endpoints con pytest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FRONTEND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React Query per state (non useState)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TypeScript per type safety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RbacGuard per conditional UI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Ant Design per componenti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Loader/skeleton durante fetch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Best Practices -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SCHEMA CHANGES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No Alembic: direct ALTER TABLE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Sempre backup prima di alter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Backfill data se aggiunto NOT NULL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Test schema localmente prima deploy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QUERIES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Usa .join() per relazioni (no N+1)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.limit() per pagine (max 50 record)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Index su foreign keys e filter fields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PERFORMANCE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Denormalize se query complessa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Caching per dati statici (progetti, ruoli)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Deployment 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DEPLOYMENT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🐳 Docker Compose con 6 container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🐳 Volume mount per codice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🐳 Network docker-compose per comunicazione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🐳 Backup postgres in separate container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UPGRADE CODICE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git pull origin main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docker compose restart backend frontend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Schema changes: ALTER TABLE via psql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Verifica log: docker compose logs -f backend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MONITORAGGIO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Health check endpoint: GET /health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Log errors in backend logs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✓ Notifiche in-app per alert system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Roadmap e Miglioramenti Futuri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IN CORSO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🔄 Sistema notifiche con richiede_azione completo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🔄 Gestione costi orari (edit/delete)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🔄 Password security e reset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endParaRPr/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PIANIFICATO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📋 Email notifiche (istanza esterna)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📋 Integrazione con gestione paga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📋 Mobile app iOS/Android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📋 Sincronizzazione con Jira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📋 Dashboard analytics avanzata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1300"/>
            </a:pPr>
            <a:r>
              <a:t>📋 Audit log completo (chi-cosa-quando)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Fine Documentazione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Per domande e support:</a:t>
            </a:r>
            <a:br/>
            <a:r>
              <a:t>contatta l'amministratore di sistema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4362</Words>
  <Application>Microsoft Macintosh PowerPoint</Application>
  <PresentationFormat>Presentazione su schermo (4:3)</PresentationFormat>
  <Paragraphs>757</Paragraphs>
  <Slides>52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GIUSEPPE DE PIETRO</cp:lastModifiedBy>
  <cp:revision>2</cp:revision>
  <dcterms:created xsi:type="dcterms:W3CDTF">2013-01-27T09:14:16Z</dcterms:created>
  <dcterms:modified xsi:type="dcterms:W3CDTF">2026-07-20T14:13:40Z</dcterms:modified>
  <cp:category/>
</cp:coreProperties>
</file>